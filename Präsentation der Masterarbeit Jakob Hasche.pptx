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0" r:id="rId3"/>
    <p:sldId id="283" r:id="rId4"/>
    <p:sldId id="271" r:id="rId5"/>
    <p:sldId id="272" r:id="rId6"/>
    <p:sldId id="278" r:id="rId7"/>
    <p:sldId id="268" r:id="rId8"/>
    <p:sldId id="276" r:id="rId9"/>
    <p:sldId id="277" r:id="rId10"/>
    <p:sldId id="265" r:id="rId11"/>
    <p:sldId id="279" r:id="rId12"/>
    <p:sldId id="280" r:id="rId13"/>
    <p:sldId id="281" r:id="rId14"/>
    <p:sldId id="266" r:id="rId15"/>
    <p:sldId id="282" r:id="rId16"/>
    <p:sldId id="267" r:id="rId17"/>
    <p:sldId id="285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232"/>
    <a:srgbClr val="FFFFFF"/>
    <a:srgbClr val="FFE900"/>
    <a:srgbClr val="BFBFBF"/>
    <a:srgbClr val="7F7F7F"/>
    <a:srgbClr val="156082"/>
    <a:srgbClr val="5175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2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/>
              <a:t>Maximale</a:t>
            </a:r>
            <a:r>
              <a:rPr lang="de-DE" baseline="0" dirty="0"/>
              <a:t> Ausführungszeit</a:t>
            </a:r>
            <a:endParaRPr lang="de-DE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5212504240937239"/>
          <c:y val="0.15205879396005059"/>
          <c:w val="0.72137614066722844"/>
          <c:h val="0.6708381016100674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App -&gt; Queue + Empfangen -&gt; App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Tabelle1!$A$2:$A$6</c:f>
              <c:strCache>
                <c:ptCount val="4"/>
                <c:pt idx="0">
                  <c:v>Labor</c:v>
                </c:pt>
                <c:pt idx="1">
                  <c:v>AVG</c:v>
                </c:pt>
                <c:pt idx="2">
                  <c:v>Hoch</c:v>
                </c:pt>
                <c:pt idx="3">
                  <c:v>24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4"/>
                <c:pt idx="0">
                  <c:v>0.15</c:v>
                </c:pt>
                <c:pt idx="1">
                  <c:v>0.22</c:v>
                </c:pt>
                <c:pt idx="2">
                  <c:v>2.15</c:v>
                </c:pt>
                <c:pt idx="3">
                  <c:v>2.19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C5-4D4C-A2E7-EFF873A8E3B5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Zeit in Queu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Tabelle1!$A$2:$A$6</c:f>
              <c:strCache>
                <c:ptCount val="4"/>
                <c:pt idx="0">
                  <c:v>Labor</c:v>
                </c:pt>
                <c:pt idx="1">
                  <c:v>AVG</c:v>
                </c:pt>
                <c:pt idx="2">
                  <c:v>Hoch</c:v>
                </c:pt>
                <c:pt idx="3">
                  <c:v>24</c:v>
                </c:pt>
              </c:strCache>
            </c:strRef>
          </c:cat>
          <c:val>
            <c:numRef>
              <c:f>Tabelle1!$C$2:$C$6</c:f>
              <c:numCache>
                <c:formatCode>General</c:formatCode>
                <c:ptCount val="4"/>
                <c:pt idx="0">
                  <c:v>0.02</c:v>
                </c:pt>
                <c:pt idx="1">
                  <c:v>0.05</c:v>
                </c:pt>
                <c:pt idx="2">
                  <c:v>0.05</c:v>
                </c:pt>
                <c:pt idx="3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C5-4D4C-A2E7-EFF873A8E3B5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Zeit in MAC + Medium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Tabelle1!$A$2:$A$6</c:f>
              <c:strCache>
                <c:ptCount val="4"/>
                <c:pt idx="0">
                  <c:v>Labor</c:v>
                </c:pt>
                <c:pt idx="1">
                  <c:v>AVG</c:v>
                </c:pt>
                <c:pt idx="2">
                  <c:v>Hoch</c:v>
                </c:pt>
                <c:pt idx="3">
                  <c:v>24</c:v>
                </c:pt>
              </c:strCache>
            </c:strRef>
          </c:cat>
          <c:val>
            <c:numRef>
              <c:f>Tabelle1!$D$2:$D$6</c:f>
              <c:numCache>
                <c:formatCode>General</c:formatCode>
                <c:ptCount val="4"/>
                <c:pt idx="0">
                  <c:v>1.56</c:v>
                </c:pt>
                <c:pt idx="1">
                  <c:v>2.27</c:v>
                </c:pt>
                <c:pt idx="2">
                  <c:v>39.26</c:v>
                </c:pt>
                <c:pt idx="3">
                  <c:v>703.56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0C5-4D4C-A2E7-EFF873A8E3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12244912"/>
        <c:axId val="1812228592"/>
      </c:barChart>
      <c:catAx>
        <c:axId val="1812244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812228592"/>
        <c:crosses val="autoZero"/>
        <c:auto val="1"/>
        <c:lblAlgn val="ctr"/>
        <c:lblOffset val="0"/>
        <c:noMultiLvlLbl val="0"/>
      </c:catAx>
      <c:valAx>
        <c:axId val="1812228592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t" anchorCtr="0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sz="1200" dirty="0"/>
                  <a:t>Zeit</a:t>
                </a:r>
                <a:r>
                  <a:rPr lang="de-DE" sz="1200" baseline="0" dirty="0"/>
                  <a:t> (Ms)</a:t>
                </a:r>
                <a:endParaRPr lang="de-DE" sz="12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t" anchorCtr="0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812244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1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036C8-301C-47EA-9B05-7E6E2AC6BB80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A868A-1072-4E9D-BCA8-26F72878F4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105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3 Forschungsfragen behandelt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A868A-1072-4E9D-BCA8-26F72878F459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505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DE002-0221-4ECF-B155-71CC76586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07EDECA-9FF8-6378-D9BC-81CA6101F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DB7D005-15BF-444F-2581-9E90D7E67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3 Forschungsfragen behandelt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31BAFB-4905-6818-A7AB-9D75C8388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A868A-1072-4E9D-BCA8-26F72878F459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1363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A868A-1072-4E9D-BCA8-26F72878F459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5253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DFFFF5-FB8D-CA06-37FD-25D5F4495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E108BB8-01BE-5B20-4A87-996E8A377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97AE94-CD4E-F7A2-8C59-75E8214A7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E98ABA-6218-88BD-4F54-C00775FCD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9AB531-209E-503B-19C4-8424D01C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6806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BAA7B0-42E0-DC2A-638A-F101BA799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DC27BD-86DE-91C9-6E27-C07B5D283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56E7C4-6814-58CC-0712-25388510A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6F3A5B-A65F-6475-151E-7406713F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AFEF7F-5788-3088-CD16-BEBE2323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35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BC4AD8-0612-3FF2-4277-AE9AD4F2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089937-0BA1-046F-FB99-2372D43CE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5A5F40-0354-E516-28F5-72E1DF750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E9B53C-BE2C-1F0B-84ED-BFDC8E80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350A1E-856D-3F83-184E-97A840E7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2314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BBAFF8-7621-1ECF-F003-854256F04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4C7DD5-1A7F-7E2A-948A-76E55AAC8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192E7DB-312D-A7A5-56CF-66B6CF3FA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C1BA1CB-2A4F-99E6-7FD4-CD23B2037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EE0737-5A28-0AA2-82C3-E3CF24718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8408179-1B61-F5DB-5E90-3566395A1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985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5D9149-0105-CA32-0421-2708A90F9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68A2E0-0F37-A77A-70ED-21B052F0C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BD69F2-6BD0-B0CB-F543-336E61E54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DCECE02-4F0C-E768-3262-63D724ADD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0049F18-CEB8-FF7B-7818-9E0E88EFC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DBCEBA-5BFF-1EC9-C9FC-9A07C3F80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9146CAB-E17F-B5BE-7A45-851EBF2E2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03CBEF4-94DD-0679-C260-E80E33F8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0811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125933-6136-31EB-1C36-E7C10140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BE2C638-B47A-0DBB-D660-0EF8B4370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FF18B0-04C8-449B-6F13-286B74933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577C07-9261-3013-FE2A-C2D55B38F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7949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EF96509-C2D3-6B0C-2726-E8E65D4D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90DA5BB-F295-8EC8-0275-CBA6F3EAF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BBD9BA-8A75-5E4A-BD32-064391E4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746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DBDE51-0C7C-D656-8757-E1091ADFC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A9CC37-050A-91B2-1F8F-A19451714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0FE9560-0A1F-B394-389A-AEB09C315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76C608-A55A-1A71-7FAB-A8A267414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C7F62E-EBE0-CE37-B258-B3A69C6D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DF7C0-8377-BC6E-7C2C-1F003F07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710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76A3E8-C4BE-5D4C-BA8F-1DBA3815A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5595E88-B8E0-89F5-399B-1F6DE4FF2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222DADE-76E0-7EA9-C1AB-94A08E497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D7C935-E67B-1932-B35E-5FD93E93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20F924-68D5-340F-1214-FB79DED4D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5989DC-8C3C-54D4-258E-9E1443B74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6978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492B44-ADA7-F7EE-C63B-24D55DA48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DFBE213-8087-18A9-25C3-B1E8E946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F503AB-4BEB-DEF8-9507-D32F948B2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DE3225-0B55-92CB-BA52-3DD8A4F48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D41C4C-15C5-62C3-00F1-BB5A9F343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1309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3BEF315-0E88-D989-06A7-B89298C3F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8A10337-9636-FABE-6DAA-873233D65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F8FAC0-B0F4-02D1-00A3-7EDF378EC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D64422-FA19-F767-E0A2-0E84C203A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73896C-6ADF-9B00-92BE-91DEA966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680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279707A-1837-B9C0-D365-FCA22C550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49E99E-2930-CC3C-C19B-959EC1B63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A20A8F-6E0D-2CBC-19C6-F2E8BF83D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Jakob Hasche, 15.01.2026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85AB68-6B9F-D32E-CACE-4D7C8B069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Jakob Hasche, 15.01.2026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26EB6B-A42D-D59C-5148-486EFB4C3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B90E9-2E05-42A5-97D0-47E98F709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948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l.de/content/www/de/de/gaming/resources/how-hybrid-design-work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hyperlink" Target="https://www.intel.de/content/www/de/de/gaming/resources/how-hybrid-design-works.html" TargetMode="External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l.de/content/www/de/de/gaming/resources/how-hybrid-design-works.html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intel.de/content/www/de/de/gaming/resources/how-hybrid-design-works.html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l.de/content/www/de/de/gaming/resources/how-hybrid-design-works.html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0.png"/><Relationship Id="rId2" Type="http://schemas.openxmlformats.org/officeDocument/2006/relationships/hyperlink" Target="https://www.intel.de/content/www/de/de/gaming/resources/how-hybrid-design-works.html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0.png"/><Relationship Id="rId5" Type="http://schemas.openxmlformats.org/officeDocument/2006/relationships/image" Target="../media/image13.png"/><Relationship Id="rId4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intel.de/content/www/de/de/gaming/resources/how-hybrid-design-works.html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l.de/content/www/de/de/gaming/resources/how-hybrid-design-work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l.de/content/www/de/de/gaming/resources/how-hybrid-design-works.html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intel.de/content/www/de/de/gaming/resources/how-hybrid-design-works.html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intel.de/content/www/de/de/gaming/resources/how-hybrid-design-works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intel.de/content/www/de/de/gaming/resources/how-hybrid-design-works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ww.intel.de/content/www/de/de/gaming/resources/how-hybrid-design-works.html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www.intel.de/content/www/de/de/gaming/resources/how-hybrid-design-works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l.de/content/www/de/de/gaming/resources/how-hybrid-design-works.html" TargetMode="Externa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14.png"/><Relationship Id="rId7" Type="http://schemas.openxmlformats.org/officeDocument/2006/relationships/image" Target="../media/image31.png"/><Relationship Id="rId2" Type="http://schemas.openxmlformats.org/officeDocument/2006/relationships/hyperlink" Target="https://www.intel.de/content/www/de/de/gaming/resources/how-hybrid-design-works.html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34.svg"/><Relationship Id="rId4" Type="http://schemas.openxmlformats.org/officeDocument/2006/relationships/image" Target="../media/image15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D4C814-0688-513A-32F0-7C28EB7A5F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sz="5400" dirty="0"/>
              <a:t>Präsentation der Masterarbeit Jakob Hasche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105EBD1-8EEE-1DB4-DB16-3E942F641D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de-DE" sz="2000" dirty="0"/>
          </a:p>
          <a:p>
            <a:r>
              <a:rPr lang="de-DE" sz="2000" dirty="0"/>
              <a:t>Thema: Wi-Fi </a:t>
            </a:r>
            <a:r>
              <a:rPr lang="de-DE" sz="2000" dirty="0" err="1"/>
              <a:t>for</a:t>
            </a:r>
            <a:r>
              <a:rPr lang="de-DE" sz="2000" dirty="0"/>
              <a:t> time </a:t>
            </a:r>
            <a:r>
              <a:rPr lang="de-DE" sz="2000" dirty="0" err="1"/>
              <a:t>critical</a:t>
            </a:r>
            <a:r>
              <a:rPr lang="de-DE" sz="2000" dirty="0"/>
              <a:t> </a:t>
            </a:r>
            <a:r>
              <a:rPr lang="de-DE" sz="2000" dirty="0" err="1"/>
              <a:t>applications</a:t>
            </a:r>
            <a:r>
              <a:rPr lang="de-DE" sz="2000" dirty="0"/>
              <a:t>: </a:t>
            </a:r>
            <a:r>
              <a:rPr lang="de-DE" sz="2000" dirty="0" err="1"/>
              <a:t>Practical</a:t>
            </a:r>
            <a:r>
              <a:rPr lang="de-DE" sz="2000" dirty="0"/>
              <a:t> </a:t>
            </a:r>
            <a:r>
              <a:rPr lang="de-DE" sz="2000" dirty="0" err="1"/>
              <a:t>measurements</a:t>
            </a:r>
            <a:r>
              <a:rPr lang="de-DE" sz="2000" dirty="0"/>
              <a:t> and </a:t>
            </a:r>
            <a:r>
              <a:rPr lang="de-DE" sz="2000" dirty="0" err="1"/>
              <a:t>evaluation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influencing</a:t>
            </a:r>
            <a:r>
              <a:rPr lang="de-DE" sz="2000" dirty="0"/>
              <a:t> variables on real time </a:t>
            </a:r>
            <a:r>
              <a:rPr lang="de-DE" sz="2000" dirty="0" err="1"/>
              <a:t>capability</a:t>
            </a:r>
            <a:endParaRPr lang="de-DE" sz="20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FFAF349-F87B-6ECE-D5E3-E5A4DD8E4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3604" y="-476250"/>
            <a:ext cx="5226698" cy="2735305"/>
          </a:xfrm>
          <a:prstGeom prst="rect">
            <a:avLst/>
          </a:prstGeom>
        </p:spPr>
      </p:pic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5E2685A-F64B-2C1C-6402-AE025B6CF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A37263-E794-FA90-49E9-3B8F73CD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3667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CB091C3D-1E44-98EC-DAE5-B19BC3BAC6D0}"/>
              </a:ext>
            </a:extLst>
          </p:cNvPr>
          <p:cNvSpPr/>
          <p:nvPr/>
        </p:nvSpPr>
        <p:spPr>
          <a:xfrm>
            <a:off x="-1" y="0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9139855-966F-5EA7-8627-D78C571073BD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Forschungsfrage (1)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5A5C8B0-DB9E-83B8-6CF4-C7CFDC3C4E45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EDC41F57-520F-5C0D-E2A8-9CFEDD6B3736}"/>
              </a:ext>
            </a:extLst>
          </p:cNvPr>
          <p:cNvSpPr txBox="1"/>
          <p:nvPr/>
        </p:nvSpPr>
        <p:spPr>
          <a:xfrm>
            <a:off x="1105624" y="2613392"/>
            <a:ext cx="1007474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Welche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Optionen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existieren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 um die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Echtzeitfähigkeit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von Wi-Fi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zu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verbessern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Welche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Einflussfaktoren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auf die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Echtzeitfähigkeit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von Wi-Fi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existieren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Bis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zu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welchem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Grad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kann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Wi-Fi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Echtzeitfähigkeit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Erlangen?</a:t>
            </a:r>
            <a:endParaRPr lang="de-D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8922182-24ED-7CAD-8C02-845807551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0ADE89-015C-A0DD-A5BD-76EE97003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766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68A16-C20D-0744-8073-B9B92D9A0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B0A328E-BDDC-D264-E7FF-3575EA76C10D}"/>
              </a:ext>
            </a:extLst>
          </p:cNvPr>
          <p:cNvSpPr/>
          <p:nvPr/>
        </p:nvSpPr>
        <p:spPr>
          <a:xfrm>
            <a:off x="-1" y="0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7572B679-5752-7CCD-6593-AADB320A9F68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Forschungsfrage (2)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2F960CE-FF6A-3EB4-F797-A44757EC4CF5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57185A2-F115-BFE2-FC06-9C736BDFE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8E8FC9-21AC-D9AB-0F0B-4318990F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3</a:t>
            </a:fld>
            <a:endParaRPr lang="de-DE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CA5C0F89-FB59-10FF-CFD4-B59985AF4A8B}"/>
              </a:ext>
            </a:extLst>
          </p:cNvPr>
          <p:cNvCxnSpPr>
            <a:cxnSpLocks/>
          </p:cNvCxnSpPr>
          <p:nvPr/>
        </p:nvCxnSpPr>
        <p:spPr>
          <a:xfrm>
            <a:off x="6911541" y="1369543"/>
            <a:ext cx="0" cy="4634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73D1EC90-6895-D136-2773-993BDEBAF4A3}"/>
              </a:ext>
            </a:extLst>
          </p:cNvPr>
          <p:cNvSpPr txBox="1"/>
          <p:nvPr/>
        </p:nvSpPr>
        <p:spPr>
          <a:xfrm>
            <a:off x="7038343" y="1649896"/>
            <a:ext cx="47276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/>
              <a:t>Industrialisierung schreitet voran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/>
              <a:t>Kommunikation zur Maschine oder auch zwischen Maschinen erforderlich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/>
              <a:t>Viele Maschinen sind auf sehr hohe zeitliche Anforderungen und Firme bis Harte Echtzeit angewiesen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/>
              <a:t>Alternativen wie 5G/6G sehr kostenaufwendig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/>
              <a:t>Wi-Fi sehr weit verbreitet und kostengünstig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4CF3A93E-D55A-6795-10E0-EFAC24EE2820}"/>
              </a:ext>
            </a:extLst>
          </p:cNvPr>
          <p:cNvGrpSpPr/>
          <p:nvPr/>
        </p:nvGrpSpPr>
        <p:grpSpPr>
          <a:xfrm>
            <a:off x="981344" y="1649896"/>
            <a:ext cx="4167123" cy="3905535"/>
            <a:chOff x="1325901" y="1957632"/>
            <a:chExt cx="3682415" cy="3443511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2241A1BD-81C0-F76C-D823-69A82C51C86D}"/>
                </a:ext>
              </a:extLst>
            </p:cNvPr>
            <p:cNvSpPr/>
            <p:nvPr/>
          </p:nvSpPr>
          <p:spPr>
            <a:xfrm>
              <a:off x="2215720" y="2608890"/>
              <a:ext cx="2099309" cy="206650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" name="Grafik 8" descr="WLAN mit einfarbiger Füllung">
              <a:extLst>
                <a:ext uri="{FF2B5EF4-FFF2-40B4-BE49-F238E27FC236}">
                  <a16:creationId xmlns:a16="http://schemas.microsoft.com/office/drawing/2014/main" id="{5CF5D15F-4CF9-7A61-631B-922EA1524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808175" y="3184942"/>
              <a:ext cx="914400" cy="914400"/>
            </a:xfrm>
            <a:prstGeom prst="rect">
              <a:avLst/>
            </a:prstGeom>
          </p:spPr>
        </p:pic>
        <p:pic>
          <p:nvPicPr>
            <p:cNvPr id="13" name="Grafik 12" descr="Roboterhand mit einfarbiger Füllung">
              <a:extLst>
                <a:ext uri="{FF2B5EF4-FFF2-40B4-BE49-F238E27FC236}">
                  <a16:creationId xmlns:a16="http://schemas.microsoft.com/office/drawing/2014/main" id="{8E50DEA0-6CA6-769A-9A3C-B4F2C51A0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54748" y="2688624"/>
              <a:ext cx="914400" cy="914400"/>
            </a:xfrm>
            <a:prstGeom prst="rect">
              <a:avLst/>
            </a:prstGeom>
          </p:spPr>
        </p:pic>
        <p:pic>
          <p:nvPicPr>
            <p:cNvPr id="20" name="Grafik 19" descr="Stadt mit einfarbiger Füllung">
              <a:extLst>
                <a:ext uri="{FF2B5EF4-FFF2-40B4-BE49-F238E27FC236}">
                  <a16:creationId xmlns:a16="http://schemas.microsoft.com/office/drawing/2014/main" id="{12BC69C6-D597-F4F8-9F2A-45463EE23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856838" y="1957632"/>
              <a:ext cx="914400" cy="914400"/>
            </a:xfrm>
            <a:prstGeom prst="rect">
              <a:avLst/>
            </a:prstGeom>
          </p:spPr>
        </p:pic>
        <p:pic>
          <p:nvPicPr>
            <p:cNvPr id="24" name="Grafik 23" descr="Stream mit einfarbiger Füllung">
              <a:extLst>
                <a:ext uri="{FF2B5EF4-FFF2-40B4-BE49-F238E27FC236}">
                  <a16:creationId xmlns:a16="http://schemas.microsoft.com/office/drawing/2014/main" id="{4F896B2F-E7FF-2E06-A96A-F1A5B8C66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093916" y="4448643"/>
              <a:ext cx="914400" cy="914400"/>
            </a:xfrm>
            <a:prstGeom prst="rect">
              <a:avLst/>
            </a:prstGeom>
          </p:spPr>
        </p:pic>
        <p:pic>
          <p:nvPicPr>
            <p:cNvPr id="26" name="Grafik 25" descr="Roboterhand mit einfarbiger Füllung">
              <a:extLst>
                <a:ext uri="{FF2B5EF4-FFF2-40B4-BE49-F238E27FC236}">
                  <a16:creationId xmlns:a16="http://schemas.microsoft.com/office/drawing/2014/main" id="{0A05F04E-5659-725E-637D-48F9EE869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91685" y="3779114"/>
              <a:ext cx="914400" cy="914400"/>
            </a:xfrm>
            <a:prstGeom prst="rect">
              <a:avLst/>
            </a:prstGeom>
          </p:spPr>
        </p:pic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9FB0AB5F-9CDA-3B4A-191A-BB0B760204D5}"/>
                </a:ext>
              </a:extLst>
            </p:cNvPr>
            <p:cNvGrpSpPr/>
            <p:nvPr/>
          </p:nvGrpSpPr>
          <p:grpSpPr>
            <a:xfrm>
              <a:off x="1325901" y="4410543"/>
              <a:ext cx="914400" cy="990600"/>
              <a:chOff x="854536" y="5037493"/>
              <a:chExt cx="914400" cy="990600"/>
            </a:xfrm>
          </p:grpSpPr>
          <p:pic>
            <p:nvPicPr>
              <p:cNvPr id="16" name="Grafik 15" descr="Tablet mit einfarbiger Füllung">
                <a:extLst>
                  <a:ext uri="{FF2B5EF4-FFF2-40B4-BE49-F238E27FC236}">
                    <a16:creationId xmlns:a16="http://schemas.microsoft.com/office/drawing/2014/main" id="{646D5639-A01F-C8AC-B740-7328A9200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854536" y="5037493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9" name="Grafik 28" descr="Touchscreen mit einfarbiger Füllung">
                <a:extLst>
                  <a:ext uri="{FF2B5EF4-FFF2-40B4-BE49-F238E27FC236}">
                    <a16:creationId xmlns:a16="http://schemas.microsoft.com/office/drawing/2014/main" id="{01807720-2084-4630-F3FA-1F762CC04F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204691" y="5494693"/>
                <a:ext cx="533400" cy="533400"/>
              </a:xfrm>
              <a:prstGeom prst="rect">
                <a:avLst/>
              </a:prstGeom>
            </p:spPr>
          </p:pic>
        </p:grpSp>
        <p:pic>
          <p:nvPicPr>
            <p:cNvPr id="34" name="Grafik 33" descr="Roboterhand mit einfarbiger Füllung">
              <a:extLst>
                <a:ext uri="{FF2B5EF4-FFF2-40B4-BE49-F238E27FC236}">
                  <a16:creationId xmlns:a16="http://schemas.microsoft.com/office/drawing/2014/main" id="{8546B25C-0A6F-1117-B4CE-CEEE602F3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81864" y="2688624"/>
              <a:ext cx="914400" cy="914400"/>
            </a:xfrm>
            <a:prstGeom prst="rect">
              <a:avLst/>
            </a:prstGeom>
          </p:spPr>
        </p:pic>
        <p:pic>
          <p:nvPicPr>
            <p:cNvPr id="27" name="Grafik 26" descr="Roboterhand mit einfarbiger Füllung">
              <a:extLst>
                <a:ext uri="{FF2B5EF4-FFF2-40B4-BE49-F238E27FC236}">
                  <a16:creationId xmlns:a16="http://schemas.microsoft.com/office/drawing/2014/main" id="{4D57365E-B739-9245-859C-7BBA3FCAB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47273" y="3844123"/>
              <a:ext cx="914400" cy="914400"/>
            </a:xfrm>
            <a:prstGeom prst="rect">
              <a:avLst/>
            </a:prstGeom>
          </p:spPr>
        </p:pic>
        <p:cxnSp>
          <p:nvCxnSpPr>
            <p:cNvPr id="39" name="Verbinder: gewinkelt 38">
              <a:extLst>
                <a:ext uri="{FF2B5EF4-FFF2-40B4-BE49-F238E27FC236}">
                  <a16:creationId xmlns:a16="http://schemas.microsoft.com/office/drawing/2014/main" id="{10D131F2-B63D-B604-4847-6A656691CA38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 flipH="1">
              <a:off x="4210083" y="3145824"/>
              <a:ext cx="686181" cy="809931"/>
            </a:xfrm>
            <a:prstGeom prst="bentConnector4">
              <a:avLst>
                <a:gd name="adj1" fmla="val -17028"/>
                <a:gd name="adj2" fmla="val 78225"/>
              </a:avLst>
            </a:prstGeom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Verbinder: gewinkelt 45">
              <a:extLst>
                <a:ext uri="{FF2B5EF4-FFF2-40B4-BE49-F238E27FC236}">
                  <a16:creationId xmlns:a16="http://schemas.microsoft.com/office/drawing/2014/main" id="{374F92F8-0B53-18E6-6B39-1691FA5EEBCF}"/>
                </a:ext>
              </a:extLst>
            </p:cNvPr>
            <p:cNvCxnSpPr>
              <a:cxnSpLocks/>
              <a:stCxn id="27" idx="1"/>
              <a:endCxn id="26" idx="2"/>
            </p:cNvCxnSpPr>
            <p:nvPr/>
          </p:nvCxnSpPr>
          <p:spPr>
            <a:xfrm rot="10800000" flipV="1">
              <a:off x="2548885" y="4301322"/>
              <a:ext cx="1198388" cy="392191"/>
            </a:xfrm>
            <a:prstGeom prst="bentConnector4">
              <a:avLst>
                <a:gd name="adj1" fmla="val 30924"/>
                <a:gd name="adj2" fmla="val 174864"/>
              </a:avLst>
            </a:prstGeom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Verbinder: gewinkelt 48">
              <a:extLst>
                <a:ext uri="{FF2B5EF4-FFF2-40B4-BE49-F238E27FC236}">
                  <a16:creationId xmlns:a16="http://schemas.microsoft.com/office/drawing/2014/main" id="{470D2878-679B-AEAB-FA1F-AC373F71AF3A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 rot="16200000" flipV="1">
              <a:off x="1533964" y="3666608"/>
              <a:ext cx="1090490" cy="48922"/>
            </a:xfrm>
            <a:prstGeom prst="bentConnector4">
              <a:avLst>
                <a:gd name="adj1" fmla="val 52795"/>
                <a:gd name="adj2" fmla="val 567274"/>
              </a:avLst>
            </a:prstGeom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Verbinder: gewinkelt 53">
              <a:extLst>
                <a:ext uri="{FF2B5EF4-FFF2-40B4-BE49-F238E27FC236}">
                  <a16:creationId xmlns:a16="http://schemas.microsoft.com/office/drawing/2014/main" id="{EBADAB29-0CAE-8D22-55E2-89341B62040F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 rot="5400000" flipH="1" flipV="1">
              <a:off x="2474424" y="2452226"/>
              <a:ext cx="419808" cy="345020"/>
            </a:xfrm>
            <a:prstGeom prst="bentConnector2">
              <a:avLst/>
            </a:prstGeom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Verbinder: gewinkelt 56">
              <a:extLst>
                <a:ext uri="{FF2B5EF4-FFF2-40B4-BE49-F238E27FC236}">
                  <a16:creationId xmlns:a16="http://schemas.microsoft.com/office/drawing/2014/main" id="{FC72864B-A7E8-3657-7A55-28D07C501841}"/>
                </a:ext>
              </a:extLst>
            </p:cNvPr>
            <p:cNvCxnSpPr>
              <a:cxnSpLocks/>
              <a:stCxn id="20" idx="3"/>
              <a:endCxn id="34" idx="1"/>
            </p:cNvCxnSpPr>
            <p:nvPr/>
          </p:nvCxnSpPr>
          <p:spPr>
            <a:xfrm>
              <a:off x="3771238" y="2414832"/>
              <a:ext cx="210626" cy="730992"/>
            </a:xfrm>
            <a:prstGeom prst="bentConnector3">
              <a:avLst>
                <a:gd name="adj1" fmla="val 51206"/>
              </a:avLst>
            </a:prstGeom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367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DEAC1-0BB5-EB7E-6694-64282765F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64978D59-1E98-1B9A-0C66-ACAF476E6555}"/>
              </a:ext>
            </a:extLst>
          </p:cNvPr>
          <p:cNvSpPr/>
          <p:nvPr/>
        </p:nvSpPr>
        <p:spPr>
          <a:xfrm>
            <a:off x="-1" y="0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6DE05443-CBCA-CBBB-1113-53EFCC28636A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Verwendete Hardware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B4ED848-3B56-D873-CDE2-B33E9920D94F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699F0F7E-A690-B604-4575-1A9C40566B17}"/>
              </a:ext>
            </a:extLst>
          </p:cNvPr>
          <p:cNvCxnSpPr>
            <a:cxnSpLocks/>
          </p:cNvCxnSpPr>
          <p:nvPr/>
        </p:nvCxnSpPr>
        <p:spPr>
          <a:xfrm>
            <a:off x="6911541" y="1369543"/>
            <a:ext cx="0" cy="4634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F4AC0975-B4C5-70E8-E798-068F5BD2358F}"/>
              </a:ext>
            </a:extLst>
          </p:cNvPr>
          <p:cNvSpPr txBox="1"/>
          <p:nvPr/>
        </p:nvSpPr>
        <p:spPr>
          <a:xfrm>
            <a:off x="7035577" y="1336668"/>
            <a:ext cx="47276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 err="1"/>
              <a:t>MediaTek</a:t>
            </a:r>
            <a:r>
              <a:rPr lang="de-DE" b="1" dirty="0"/>
              <a:t> MT7925B22M Wi-Fi Karte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b="1" dirty="0"/>
              <a:t>Freie Treiber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b="1" dirty="0"/>
              <a:t>Unterstützt Wi-Fi 7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b="1" dirty="0"/>
              <a:t>M.2 Schnittstelle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2" name="Würfel 1">
            <a:extLst>
              <a:ext uri="{FF2B5EF4-FFF2-40B4-BE49-F238E27FC236}">
                <a16:creationId xmlns:a16="http://schemas.microsoft.com/office/drawing/2014/main" id="{61D327C5-836B-2C5A-76EF-03D52628105D}"/>
              </a:ext>
            </a:extLst>
          </p:cNvPr>
          <p:cNvSpPr/>
          <p:nvPr/>
        </p:nvSpPr>
        <p:spPr>
          <a:xfrm>
            <a:off x="2967242" y="3378738"/>
            <a:ext cx="2446884" cy="427376"/>
          </a:xfrm>
          <a:prstGeom prst="cube">
            <a:avLst>
              <a:gd name="adj" fmla="val 930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Würfel 2">
            <a:extLst>
              <a:ext uri="{FF2B5EF4-FFF2-40B4-BE49-F238E27FC236}">
                <a16:creationId xmlns:a16="http://schemas.microsoft.com/office/drawing/2014/main" id="{24303C7C-554D-CE67-760C-684AC202EDF8}"/>
              </a:ext>
            </a:extLst>
          </p:cNvPr>
          <p:cNvSpPr/>
          <p:nvPr/>
        </p:nvSpPr>
        <p:spPr>
          <a:xfrm>
            <a:off x="2313217" y="5370198"/>
            <a:ext cx="3382325" cy="715944"/>
          </a:xfrm>
          <a:prstGeom prst="cube">
            <a:avLst>
              <a:gd name="adj" fmla="val 93009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Welle 3">
            <a:extLst>
              <a:ext uri="{FF2B5EF4-FFF2-40B4-BE49-F238E27FC236}">
                <a16:creationId xmlns:a16="http://schemas.microsoft.com/office/drawing/2014/main" id="{C02F5EDB-6EC3-44A8-2157-67554F4BFD6A}"/>
              </a:ext>
            </a:extLst>
          </p:cNvPr>
          <p:cNvSpPr/>
          <p:nvPr/>
        </p:nvSpPr>
        <p:spPr>
          <a:xfrm rot="4790326">
            <a:off x="4120655" y="4522006"/>
            <a:ext cx="2251899" cy="220833"/>
          </a:xfrm>
          <a:prstGeom prst="wave">
            <a:avLst>
              <a:gd name="adj1" fmla="val 12500"/>
              <a:gd name="adj2" fmla="val 3714"/>
            </a:avLst>
          </a:prstGeom>
          <a:pattFill prst="pct50">
            <a:fgClr>
              <a:schemeClr val="tx1">
                <a:lumMod val="85000"/>
                <a:lumOff val="15000"/>
              </a:schemeClr>
            </a:fgClr>
            <a:bgClr>
              <a:schemeClr val="bg1"/>
            </a:bgClr>
          </a:pattFill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EA0D083-42C7-B641-80D5-D2AB7A4F0111}"/>
              </a:ext>
            </a:extLst>
          </p:cNvPr>
          <p:cNvCxnSpPr>
            <a:cxnSpLocks/>
            <a:stCxn id="166" idx="3"/>
            <a:endCxn id="149" idx="0"/>
          </p:cNvCxnSpPr>
          <p:nvPr/>
        </p:nvCxnSpPr>
        <p:spPr>
          <a:xfrm>
            <a:off x="5467257" y="3185240"/>
            <a:ext cx="64938" cy="21918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Zylinder 7">
            <a:extLst>
              <a:ext uri="{FF2B5EF4-FFF2-40B4-BE49-F238E27FC236}">
                <a16:creationId xmlns:a16="http://schemas.microsoft.com/office/drawing/2014/main" id="{328474FA-CE45-4F73-8EF3-DC67C5E3DA60}"/>
              </a:ext>
            </a:extLst>
          </p:cNvPr>
          <p:cNvSpPr/>
          <p:nvPr/>
        </p:nvSpPr>
        <p:spPr>
          <a:xfrm>
            <a:off x="2966692" y="3422971"/>
            <a:ext cx="112910" cy="138162"/>
          </a:xfrm>
          <a:prstGeom prst="can">
            <a:avLst/>
          </a:prstGeom>
          <a:pattFill prst="dkHorz">
            <a:fgClr>
              <a:schemeClr val="bg1">
                <a:lumMod val="65000"/>
              </a:schemeClr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Zylinder 9">
            <a:extLst>
              <a:ext uri="{FF2B5EF4-FFF2-40B4-BE49-F238E27FC236}">
                <a16:creationId xmlns:a16="http://schemas.microsoft.com/office/drawing/2014/main" id="{EAAE0098-29AB-F8D9-5773-B28C0D53DEB9}"/>
              </a:ext>
            </a:extLst>
          </p:cNvPr>
          <p:cNvSpPr/>
          <p:nvPr/>
        </p:nvSpPr>
        <p:spPr>
          <a:xfrm>
            <a:off x="5441159" y="3960856"/>
            <a:ext cx="92923" cy="471715"/>
          </a:xfrm>
          <a:prstGeom prst="can">
            <a:avLst/>
          </a:prstGeom>
          <a:pattFill prst="pct80">
            <a:fgClr>
              <a:srgbClr val="FFD7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Würfel 10">
            <a:extLst>
              <a:ext uri="{FF2B5EF4-FFF2-40B4-BE49-F238E27FC236}">
                <a16:creationId xmlns:a16="http://schemas.microsoft.com/office/drawing/2014/main" id="{1AE470E1-B9ED-1307-EACB-D245CF561922}"/>
              </a:ext>
            </a:extLst>
          </p:cNvPr>
          <p:cNvSpPr/>
          <p:nvPr/>
        </p:nvSpPr>
        <p:spPr>
          <a:xfrm>
            <a:off x="5294268" y="3297382"/>
            <a:ext cx="289287" cy="104482"/>
          </a:xfrm>
          <a:prstGeom prst="cube">
            <a:avLst>
              <a:gd name="adj" fmla="val 7804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Würfel 12">
            <a:extLst>
              <a:ext uri="{FF2B5EF4-FFF2-40B4-BE49-F238E27FC236}">
                <a16:creationId xmlns:a16="http://schemas.microsoft.com/office/drawing/2014/main" id="{857906FC-466D-D4D8-2018-F55FC2663CA3}"/>
              </a:ext>
            </a:extLst>
          </p:cNvPr>
          <p:cNvSpPr/>
          <p:nvPr/>
        </p:nvSpPr>
        <p:spPr>
          <a:xfrm>
            <a:off x="3980370" y="5528341"/>
            <a:ext cx="411440" cy="164645"/>
          </a:xfrm>
          <a:prstGeom prst="cube">
            <a:avLst>
              <a:gd name="adj" fmla="val 7695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Würfel 14">
            <a:extLst>
              <a:ext uri="{FF2B5EF4-FFF2-40B4-BE49-F238E27FC236}">
                <a16:creationId xmlns:a16="http://schemas.microsoft.com/office/drawing/2014/main" id="{7C50D31E-2107-2CC3-D19B-093D0279C543}"/>
              </a:ext>
            </a:extLst>
          </p:cNvPr>
          <p:cNvSpPr/>
          <p:nvPr/>
        </p:nvSpPr>
        <p:spPr>
          <a:xfrm>
            <a:off x="2614752" y="5061929"/>
            <a:ext cx="589246" cy="650907"/>
          </a:xfrm>
          <a:prstGeom prst="cube">
            <a:avLst/>
          </a:prstGeom>
          <a:pattFill prst="pct90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Würfel 15">
            <a:extLst>
              <a:ext uri="{FF2B5EF4-FFF2-40B4-BE49-F238E27FC236}">
                <a16:creationId xmlns:a16="http://schemas.microsoft.com/office/drawing/2014/main" id="{551F50C8-BAE3-9392-F93D-EFC686A9EF8D}"/>
              </a:ext>
            </a:extLst>
          </p:cNvPr>
          <p:cNvSpPr/>
          <p:nvPr/>
        </p:nvSpPr>
        <p:spPr>
          <a:xfrm>
            <a:off x="3168206" y="5569895"/>
            <a:ext cx="441748" cy="151750"/>
          </a:xfrm>
          <a:prstGeom prst="cube">
            <a:avLst>
              <a:gd name="adj" fmla="val 9300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" name="Würfel 16">
            <a:extLst>
              <a:ext uri="{FF2B5EF4-FFF2-40B4-BE49-F238E27FC236}">
                <a16:creationId xmlns:a16="http://schemas.microsoft.com/office/drawing/2014/main" id="{C8693914-44A5-0604-897E-628DE10EE634}"/>
              </a:ext>
            </a:extLst>
          </p:cNvPr>
          <p:cNvSpPr/>
          <p:nvPr/>
        </p:nvSpPr>
        <p:spPr>
          <a:xfrm>
            <a:off x="2502337" y="5207963"/>
            <a:ext cx="594272" cy="645473"/>
          </a:xfrm>
          <a:prstGeom prst="cube">
            <a:avLst/>
          </a:prstGeom>
          <a:pattFill prst="pct90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Würfel 17">
            <a:extLst>
              <a:ext uri="{FF2B5EF4-FFF2-40B4-BE49-F238E27FC236}">
                <a16:creationId xmlns:a16="http://schemas.microsoft.com/office/drawing/2014/main" id="{9F5E3FB8-24C7-A040-DEF7-C2DC619164E4}"/>
              </a:ext>
            </a:extLst>
          </p:cNvPr>
          <p:cNvSpPr/>
          <p:nvPr/>
        </p:nvSpPr>
        <p:spPr>
          <a:xfrm>
            <a:off x="3147789" y="5895819"/>
            <a:ext cx="1852234" cy="117254"/>
          </a:xfrm>
          <a:prstGeom prst="cube">
            <a:avLst>
              <a:gd name="adj" fmla="val 5952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Würfel 18">
            <a:extLst>
              <a:ext uri="{FF2B5EF4-FFF2-40B4-BE49-F238E27FC236}">
                <a16:creationId xmlns:a16="http://schemas.microsoft.com/office/drawing/2014/main" id="{F0F4F3CE-5459-7D46-09E4-E21E06CA1D48}"/>
              </a:ext>
            </a:extLst>
          </p:cNvPr>
          <p:cNvSpPr/>
          <p:nvPr/>
        </p:nvSpPr>
        <p:spPr>
          <a:xfrm>
            <a:off x="4555727" y="3855787"/>
            <a:ext cx="412393" cy="576784"/>
          </a:xfrm>
          <a:prstGeom prst="cube">
            <a:avLst>
              <a:gd name="adj" fmla="val 9915"/>
            </a:avLst>
          </a:prstGeom>
          <a:solidFill>
            <a:schemeClr val="dk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Würfel 19">
            <a:extLst>
              <a:ext uri="{FF2B5EF4-FFF2-40B4-BE49-F238E27FC236}">
                <a16:creationId xmlns:a16="http://schemas.microsoft.com/office/drawing/2014/main" id="{7E148C81-388E-CED5-0EE1-FCF6FE90BB1B}"/>
              </a:ext>
            </a:extLst>
          </p:cNvPr>
          <p:cNvSpPr/>
          <p:nvPr/>
        </p:nvSpPr>
        <p:spPr>
          <a:xfrm>
            <a:off x="2389922" y="5332653"/>
            <a:ext cx="561141" cy="660907"/>
          </a:xfrm>
          <a:prstGeom prst="cube">
            <a:avLst/>
          </a:prstGeom>
          <a:pattFill prst="pct90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Zylinder 20">
            <a:extLst>
              <a:ext uri="{FF2B5EF4-FFF2-40B4-BE49-F238E27FC236}">
                <a16:creationId xmlns:a16="http://schemas.microsoft.com/office/drawing/2014/main" id="{64EC8A52-52DA-756A-6D72-FD478C387714}"/>
              </a:ext>
            </a:extLst>
          </p:cNvPr>
          <p:cNvSpPr/>
          <p:nvPr/>
        </p:nvSpPr>
        <p:spPr>
          <a:xfrm>
            <a:off x="3280692" y="3614830"/>
            <a:ext cx="133400" cy="167376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Würfel 21">
            <a:extLst>
              <a:ext uri="{FF2B5EF4-FFF2-40B4-BE49-F238E27FC236}">
                <a16:creationId xmlns:a16="http://schemas.microsoft.com/office/drawing/2014/main" id="{E87049C6-4231-58AF-103F-7DE006C42A7F}"/>
              </a:ext>
            </a:extLst>
          </p:cNvPr>
          <p:cNvSpPr/>
          <p:nvPr/>
        </p:nvSpPr>
        <p:spPr>
          <a:xfrm>
            <a:off x="3076119" y="2583695"/>
            <a:ext cx="2217695" cy="454005"/>
          </a:xfrm>
          <a:prstGeom prst="cube">
            <a:avLst>
              <a:gd name="adj" fmla="val 93009"/>
            </a:avLst>
          </a:prstGeom>
          <a:pattFill prst="pct70">
            <a:fgClr>
              <a:srgbClr val="C0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Würfel 22">
            <a:extLst>
              <a:ext uri="{FF2B5EF4-FFF2-40B4-BE49-F238E27FC236}">
                <a16:creationId xmlns:a16="http://schemas.microsoft.com/office/drawing/2014/main" id="{22A51D1F-0482-C908-725D-04ECA2C25947}"/>
              </a:ext>
            </a:extLst>
          </p:cNvPr>
          <p:cNvSpPr/>
          <p:nvPr/>
        </p:nvSpPr>
        <p:spPr>
          <a:xfrm>
            <a:off x="4558908" y="3778686"/>
            <a:ext cx="650511" cy="104482"/>
          </a:xfrm>
          <a:prstGeom prst="cube">
            <a:avLst>
              <a:gd name="adj" fmla="val 7804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Würfel 23">
            <a:extLst>
              <a:ext uri="{FF2B5EF4-FFF2-40B4-BE49-F238E27FC236}">
                <a16:creationId xmlns:a16="http://schemas.microsoft.com/office/drawing/2014/main" id="{32E79AD7-150F-12F6-E603-E65519683B9D}"/>
              </a:ext>
            </a:extLst>
          </p:cNvPr>
          <p:cNvSpPr/>
          <p:nvPr/>
        </p:nvSpPr>
        <p:spPr>
          <a:xfrm>
            <a:off x="3214675" y="5712835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Würfel 25">
            <a:extLst>
              <a:ext uri="{FF2B5EF4-FFF2-40B4-BE49-F238E27FC236}">
                <a16:creationId xmlns:a16="http://schemas.microsoft.com/office/drawing/2014/main" id="{FF23A2B3-CB3E-E378-74C4-5B4F865E2E0A}"/>
              </a:ext>
            </a:extLst>
          </p:cNvPr>
          <p:cNvSpPr/>
          <p:nvPr/>
        </p:nvSpPr>
        <p:spPr>
          <a:xfrm>
            <a:off x="3312852" y="5715080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Würfel 30">
            <a:extLst>
              <a:ext uri="{FF2B5EF4-FFF2-40B4-BE49-F238E27FC236}">
                <a16:creationId xmlns:a16="http://schemas.microsoft.com/office/drawing/2014/main" id="{128255B8-BF44-30F1-373D-FEEBBA396751}"/>
              </a:ext>
            </a:extLst>
          </p:cNvPr>
          <p:cNvSpPr/>
          <p:nvPr/>
        </p:nvSpPr>
        <p:spPr>
          <a:xfrm>
            <a:off x="3402783" y="5716299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Würfel 31">
            <a:extLst>
              <a:ext uri="{FF2B5EF4-FFF2-40B4-BE49-F238E27FC236}">
                <a16:creationId xmlns:a16="http://schemas.microsoft.com/office/drawing/2014/main" id="{90B12D31-92B4-A7DB-E314-A0DC1AF687A8}"/>
              </a:ext>
            </a:extLst>
          </p:cNvPr>
          <p:cNvSpPr/>
          <p:nvPr/>
        </p:nvSpPr>
        <p:spPr>
          <a:xfrm>
            <a:off x="3500960" y="5718544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Würfel 33">
            <a:extLst>
              <a:ext uri="{FF2B5EF4-FFF2-40B4-BE49-F238E27FC236}">
                <a16:creationId xmlns:a16="http://schemas.microsoft.com/office/drawing/2014/main" id="{A827DD17-40DA-62DD-291B-4A8137A6A2E3}"/>
              </a:ext>
            </a:extLst>
          </p:cNvPr>
          <p:cNvSpPr/>
          <p:nvPr/>
        </p:nvSpPr>
        <p:spPr>
          <a:xfrm>
            <a:off x="3590892" y="5712835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Würfel 34">
            <a:extLst>
              <a:ext uri="{FF2B5EF4-FFF2-40B4-BE49-F238E27FC236}">
                <a16:creationId xmlns:a16="http://schemas.microsoft.com/office/drawing/2014/main" id="{D3586CDE-337D-A59F-64DC-206A5A46E278}"/>
              </a:ext>
            </a:extLst>
          </p:cNvPr>
          <p:cNvSpPr/>
          <p:nvPr/>
        </p:nvSpPr>
        <p:spPr>
          <a:xfrm>
            <a:off x="3689068" y="5715080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Würfel 35">
            <a:extLst>
              <a:ext uri="{FF2B5EF4-FFF2-40B4-BE49-F238E27FC236}">
                <a16:creationId xmlns:a16="http://schemas.microsoft.com/office/drawing/2014/main" id="{7B1BF67D-1D29-AEF2-0000-416D6C4B4C8E}"/>
              </a:ext>
            </a:extLst>
          </p:cNvPr>
          <p:cNvSpPr/>
          <p:nvPr/>
        </p:nvSpPr>
        <p:spPr>
          <a:xfrm>
            <a:off x="3779000" y="5716299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Würfel 36">
            <a:extLst>
              <a:ext uri="{FF2B5EF4-FFF2-40B4-BE49-F238E27FC236}">
                <a16:creationId xmlns:a16="http://schemas.microsoft.com/office/drawing/2014/main" id="{12328EC3-5E83-9C8A-2AAC-752F6A5A6358}"/>
              </a:ext>
            </a:extLst>
          </p:cNvPr>
          <p:cNvSpPr/>
          <p:nvPr/>
        </p:nvSpPr>
        <p:spPr>
          <a:xfrm>
            <a:off x="3877177" y="5718544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Würfel 38">
            <a:extLst>
              <a:ext uri="{FF2B5EF4-FFF2-40B4-BE49-F238E27FC236}">
                <a16:creationId xmlns:a16="http://schemas.microsoft.com/office/drawing/2014/main" id="{0FB7A63F-E552-83DB-73A9-176BC60EF73F}"/>
              </a:ext>
            </a:extLst>
          </p:cNvPr>
          <p:cNvSpPr/>
          <p:nvPr/>
        </p:nvSpPr>
        <p:spPr>
          <a:xfrm>
            <a:off x="3990157" y="5714117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Würfel 39">
            <a:extLst>
              <a:ext uri="{FF2B5EF4-FFF2-40B4-BE49-F238E27FC236}">
                <a16:creationId xmlns:a16="http://schemas.microsoft.com/office/drawing/2014/main" id="{8A1D58AA-90C6-4AFE-0E63-9EDF06A4D226}"/>
              </a:ext>
            </a:extLst>
          </p:cNvPr>
          <p:cNvSpPr/>
          <p:nvPr/>
        </p:nvSpPr>
        <p:spPr>
          <a:xfrm>
            <a:off x="4088333" y="5716362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Würfel 40">
            <a:extLst>
              <a:ext uri="{FF2B5EF4-FFF2-40B4-BE49-F238E27FC236}">
                <a16:creationId xmlns:a16="http://schemas.microsoft.com/office/drawing/2014/main" id="{DDF92551-0041-55BD-7BF3-D509406FD10E}"/>
              </a:ext>
            </a:extLst>
          </p:cNvPr>
          <p:cNvSpPr/>
          <p:nvPr/>
        </p:nvSpPr>
        <p:spPr>
          <a:xfrm>
            <a:off x="4178265" y="5717581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Würfel 41">
            <a:extLst>
              <a:ext uri="{FF2B5EF4-FFF2-40B4-BE49-F238E27FC236}">
                <a16:creationId xmlns:a16="http://schemas.microsoft.com/office/drawing/2014/main" id="{F218B0A2-DE37-126F-C093-44F73BAC49E2}"/>
              </a:ext>
            </a:extLst>
          </p:cNvPr>
          <p:cNvSpPr/>
          <p:nvPr/>
        </p:nvSpPr>
        <p:spPr>
          <a:xfrm>
            <a:off x="4276440" y="5719826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Würfel 43">
            <a:extLst>
              <a:ext uri="{FF2B5EF4-FFF2-40B4-BE49-F238E27FC236}">
                <a16:creationId xmlns:a16="http://schemas.microsoft.com/office/drawing/2014/main" id="{3817A077-88B7-C695-1BD2-C9EE231CC1D1}"/>
              </a:ext>
            </a:extLst>
          </p:cNvPr>
          <p:cNvSpPr/>
          <p:nvPr/>
        </p:nvSpPr>
        <p:spPr>
          <a:xfrm>
            <a:off x="3191630" y="5756342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Würfel 44">
            <a:extLst>
              <a:ext uri="{FF2B5EF4-FFF2-40B4-BE49-F238E27FC236}">
                <a16:creationId xmlns:a16="http://schemas.microsoft.com/office/drawing/2014/main" id="{C6942187-DEC3-30C3-1FF1-333C0E5519F9}"/>
              </a:ext>
            </a:extLst>
          </p:cNvPr>
          <p:cNvSpPr/>
          <p:nvPr/>
        </p:nvSpPr>
        <p:spPr>
          <a:xfrm>
            <a:off x="3289806" y="5758587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Würfel 45">
            <a:extLst>
              <a:ext uri="{FF2B5EF4-FFF2-40B4-BE49-F238E27FC236}">
                <a16:creationId xmlns:a16="http://schemas.microsoft.com/office/drawing/2014/main" id="{385947A9-9B7C-1967-A422-ECD458FA6F76}"/>
              </a:ext>
            </a:extLst>
          </p:cNvPr>
          <p:cNvSpPr/>
          <p:nvPr/>
        </p:nvSpPr>
        <p:spPr>
          <a:xfrm>
            <a:off x="3379739" y="5759806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Würfel 46">
            <a:extLst>
              <a:ext uri="{FF2B5EF4-FFF2-40B4-BE49-F238E27FC236}">
                <a16:creationId xmlns:a16="http://schemas.microsoft.com/office/drawing/2014/main" id="{A2344BA2-478A-D86C-4A1B-2435CA94C2DD}"/>
              </a:ext>
            </a:extLst>
          </p:cNvPr>
          <p:cNvSpPr/>
          <p:nvPr/>
        </p:nvSpPr>
        <p:spPr>
          <a:xfrm>
            <a:off x="3477914" y="5762051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Würfel 47">
            <a:extLst>
              <a:ext uri="{FF2B5EF4-FFF2-40B4-BE49-F238E27FC236}">
                <a16:creationId xmlns:a16="http://schemas.microsoft.com/office/drawing/2014/main" id="{D4717536-00A6-BC5F-6B06-C488A6C5094F}"/>
              </a:ext>
            </a:extLst>
          </p:cNvPr>
          <p:cNvSpPr/>
          <p:nvPr/>
        </p:nvSpPr>
        <p:spPr>
          <a:xfrm>
            <a:off x="3567846" y="5756342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Würfel 48">
            <a:extLst>
              <a:ext uri="{FF2B5EF4-FFF2-40B4-BE49-F238E27FC236}">
                <a16:creationId xmlns:a16="http://schemas.microsoft.com/office/drawing/2014/main" id="{3000F7C7-0AB4-5431-A2ED-E6882379EFFC}"/>
              </a:ext>
            </a:extLst>
          </p:cNvPr>
          <p:cNvSpPr/>
          <p:nvPr/>
        </p:nvSpPr>
        <p:spPr>
          <a:xfrm>
            <a:off x="3666022" y="5758587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Würfel 49">
            <a:extLst>
              <a:ext uri="{FF2B5EF4-FFF2-40B4-BE49-F238E27FC236}">
                <a16:creationId xmlns:a16="http://schemas.microsoft.com/office/drawing/2014/main" id="{9DEACA86-9E26-D612-F58A-8481910EC8B2}"/>
              </a:ext>
            </a:extLst>
          </p:cNvPr>
          <p:cNvSpPr/>
          <p:nvPr/>
        </p:nvSpPr>
        <p:spPr>
          <a:xfrm>
            <a:off x="3755954" y="5759806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Würfel 50">
            <a:extLst>
              <a:ext uri="{FF2B5EF4-FFF2-40B4-BE49-F238E27FC236}">
                <a16:creationId xmlns:a16="http://schemas.microsoft.com/office/drawing/2014/main" id="{8CC241CE-04AE-FE4F-F176-FA97D70B5CC3}"/>
              </a:ext>
            </a:extLst>
          </p:cNvPr>
          <p:cNvSpPr/>
          <p:nvPr/>
        </p:nvSpPr>
        <p:spPr>
          <a:xfrm>
            <a:off x="3854131" y="5762051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Würfel 52">
            <a:extLst>
              <a:ext uri="{FF2B5EF4-FFF2-40B4-BE49-F238E27FC236}">
                <a16:creationId xmlns:a16="http://schemas.microsoft.com/office/drawing/2014/main" id="{C3E0B1BB-B7F2-4FE8-9DA0-811CE523791C}"/>
              </a:ext>
            </a:extLst>
          </p:cNvPr>
          <p:cNvSpPr/>
          <p:nvPr/>
        </p:nvSpPr>
        <p:spPr>
          <a:xfrm>
            <a:off x="3967111" y="5757625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Würfel 53">
            <a:extLst>
              <a:ext uri="{FF2B5EF4-FFF2-40B4-BE49-F238E27FC236}">
                <a16:creationId xmlns:a16="http://schemas.microsoft.com/office/drawing/2014/main" id="{18490114-9369-B8D0-7F87-DD68E1B039DA}"/>
              </a:ext>
            </a:extLst>
          </p:cNvPr>
          <p:cNvSpPr/>
          <p:nvPr/>
        </p:nvSpPr>
        <p:spPr>
          <a:xfrm>
            <a:off x="4065286" y="5759869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Würfel 54">
            <a:extLst>
              <a:ext uri="{FF2B5EF4-FFF2-40B4-BE49-F238E27FC236}">
                <a16:creationId xmlns:a16="http://schemas.microsoft.com/office/drawing/2014/main" id="{117C443E-CA9B-D178-3196-95800962241A}"/>
              </a:ext>
            </a:extLst>
          </p:cNvPr>
          <p:cNvSpPr/>
          <p:nvPr/>
        </p:nvSpPr>
        <p:spPr>
          <a:xfrm>
            <a:off x="4155219" y="5761089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Würfel 55">
            <a:extLst>
              <a:ext uri="{FF2B5EF4-FFF2-40B4-BE49-F238E27FC236}">
                <a16:creationId xmlns:a16="http://schemas.microsoft.com/office/drawing/2014/main" id="{E47F0465-DF96-6BFC-A453-7845AA5EA2B5}"/>
              </a:ext>
            </a:extLst>
          </p:cNvPr>
          <p:cNvSpPr/>
          <p:nvPr/>
        </p:nvSpPr>
        <p:spPr>
          <a:xfrm>
            <a:off x="4253396" y="5763333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Würfel 56">
            <a:extLst>
              <a:ext uri="{FF2B5EF4-FFF2-40B4-BE49-F238E27FC236}">
                <a16:creationId xmlns:a16="http://schemas.microsoft.com/office/drawing/2014/main" id="{967E45C2-A8C5-5D3A-AE26-265B4F011E0D}"/>
              </a:ext>
            </a:extLst>
          </p:cNvPr>
          <p:cNvSpPr/>
          <p:nvPr/>
        </p:nvSpPr>
        <p:spPr>
          <a:xfrm>
            <a:off x="3555352" y="1755665"/>
            <a:ext cx="939790" cy="246689"/>
          </a:xfrm>
          <a:prstGeom prst="cube">
            <a:avLst>
              <a:gd name="adj" fmla="val 93009"/>
            </a:avLst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Würfel 57">
            <a:extLst>
              <a:ext uri="{FF2B5EF4-FFF2-40B4-BE49-F238E27FC236}">
                <a16:creationId xmlns:a16="http://schemas.microsoft.com/office/drawing/2014/main" id="{45EF8C26-7476-2086-1831-A69274B68896}"/>
              </a:ext>
            </a:extLst>
          </p:cNvPr>
          <p:cNvSpPr/>
          <p:nvPr/>
        </p:nvSpPr>
        <p:spPr>
          <a:xfrm>
            <a:off x="4628766" y="2597671"/>
            <a:ext cx="304728" cy="331999"/>
          </a:xfrm>
          <a:prstGeom prst="cube">
            <a:avLst>
              <a:gd name="adj" fmla="val 75642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Würfel 58">
            <a:extLst>
              <a:ext uri="{FF2B5EF4-FFF2-40B4-BE49-F238E27FC236}">
                <a16:creationId xmlns:a16="http://schemas.microsoft.com/office/drawing/2014/main" id="{E27B2A73-4F22-465C-B527-9FF12C094290}"/>
              </a:ext>
            </a:extLst>
          </p:cNvPr>
          <p:cNvSpPr/>
          <p:nvPr/>
        </p:nvSpPr>
        <p:spPr>
          <a:xfrm>
            <a:off x="4610508" y="3769349"/>
            <a:ext cx="41614" cy="49214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Würfel 59">
            <a:extLst>
              <a:ext uri="{FF2B5EF4-FFF2-40B4-BE49-F238E27FC236}">
                <a16:creationId xmlns:a16="http://schemas.microsoft.com/office/drawing/2014/main" id="{ED57AAEA-4E2F-3BA0-ACEE-3F94B35EE00E}"/>
              </a:ext>
            </a:extLst>
          </p:cNvPr>
          <p:cNvSpPr/>
          <p:nvPr/>
        </p:nvSpPr>
        <p:spPr>
          <a:xfrm>
            <a:off x="4674820" y="3771269"/>
            <a:ext cx="41614" cy="49214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Würfel 62">
            <a:extLst>
              <a:ext uri="{FF2B5EF4-FFF2-40B4-BE49-F238E27FC236}">
                <a16:creationId xmlns:a16="http://schemas.microsoft.com/office/drawing/2014/main" id="{8EA55084-E11E-C64C-E063-4C86452E3E95}"/>
              </a:ext>
            </a:extLst>
          </p:cNvPr>
          <p:cNvSpPr/>
          <p:nvPr/>
        </p:nvSpPr>
        <p:spPr>
          <a:xfrm>
            <a:off x="4739132" y="3767773"/>
            <a:ext cx="41614" cy="49214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Würfel 65">
            <a:extLst>
              <a:ext uri="{FF2B5EF4-FFF2-40B4-BE49-F238E27FC236}">
                <a16:creationId xmlns:a16="http://schemas.microsoft.com/office/drawing/2014/main" id="{E301ACE2-6DB9-9CBC-44A8-DE9BA3AAA221}"/>
              </a:ext>
            </a:extLst>
          </p:cNvPr>
          <p:cNvSpPr/>
          <p:nvPr/>
        </p:nvSpPr>
        <p:spPr>
          <a:xfrm>
            <a:off x="4794415" y="3767773"/>
            <a:ext cx="41614" cy="49214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Würfel 72">
            <a:extLst>
              <a:ext uri="{FF2B5EF4-FFF2-40B4-BE49-F238E27FC236}">
                <a16:creationId xmlns:a16="http://schemas.microsoft.com/office/drawing/2014/main" id="{511EEEAD-9AF8-6F40-6CDE-64FAC9820F0C}"/>
              </a:ext>
            </a:extLst>
          </p:cNvPr>
          <p:cNvSpPr/>
          <p:nvPr/>
        </p:nvSpPr>
        <p:spPr>
          <a:xfrm>
            <a:off x="4589700" y="3802664"/>
            <a:ext cx="41614" cy="49214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Würfel 89">
            <a:extLst>
              <a:ext uri="{FF2B5EF4-FFF2-40B4-BE49-F238E27FC236}">
                <a16:creationId xmlns:a16="http://schemas.microsoft.com/office/drawing/2014/main" id="{2DDB8615-4D9D-3E64-03FD-5F7DE6D424B6}"/>
              </a:ext>
            </a:extLst>
          </p:cNvPr>
          <p:cNvSpPr/>
          <p:nvPr/>
        </p:nvSpPr>
        <p:spPr>
          <a:xfrm>
            <a:off x="4654013" y="3804584"/>
            <a:ext cx="41614" cy="49214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3" name="Würfel 92">
            <a:extLst>
              <a:ext uri="{FF2B5EF4-FFF2-40B4-BE49-F238E27FC236}">
                <a16:creationId xmlns:a16="http://schemas.microsoft.com/office/drawing/2014/main" id="{042FF9CC-AFF6-9E1D-2B32-01342296D427}"/>
              </a:ext>
            </a:extLst>
          </p:cNvPr>
          <p:cNvSpPr/>
          <p:nvPr/>
        </p:nvSpPr>
        <p:spPr>
          <a:xfrm>
            <a:off x="4718325" y="3801088"/>
            <a:ext cx="41614" cy="49214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4" name="Würfel 93">
            <a:extLst>
              <a:ext uri="{FF2B5EF4-FFF2-40B4-BE49-F238E27FC236}">
                <a16:creationId xmlns:a16="http://schemas.microsoft.com/office/drawing/2014/main" id="{A2A25E72-901D-164F-CE81-56F002D6EE4F}"/>
              </a:ext>
            </a:extLst>
          </p:cNvPr>
          <p:cNvSpPr/>
          <p:nvPr/>
        </p:nvSpPr>
        <p:spPr>
          <a:xfrm>
            <a:off x="4773608" y="3801088"/>
            <a:ext cx="41614" cy="49214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5" name="Würfel 94">
            <a:extLst>
              <a:ext uri="{FF2B5EF4-FFF2-40B4-BE49-F238E27FC236}">
                <a16:creationId xmlns:a16="http://schemas.microsoft.com/office/drawing/2014/main" id="{57F22DFE-062E-968D-7A47-F2B92C0E939C}"/>
              </a:ext>
            </a:extLst>
          </p:cNvPr>
          <p:cNvSpPr/>
          <p:nvPr/>
        </p:nvSpPr>
        <p:spPr>
          <a:xfrm>
            <a:off x="3803304" y="1779996"/>
            <a:ext cx="580014" cy="164403"/>
          </a:xfrm>
          <a:prstGeom prst="cube">
            <a:avLst>
              <a:gd name="adj" fmla="val 93009"/>
            </a:avLst>
          </a:prstGeom>
          <a:pattFill prst="dash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6" name="Würfel 95">
            <a:extLst>
              <a:ext uri="{FF2B5EF4-FFF2-40B4-BE49-F238E27FC236}">
                <a16:creationId xmlns:a16="http://schemas.microsoft.com/office/drawing/2014/main" id="{B71D4E59-75A3-FE30-5213-495E161FBF34}"/>
              </a:ext>
            </a:extLst>
          </p:cNvPr>
          <p:cNvSpPr/>
          <p:nvPr/>
        </p:nvSpPr>
        <p:spPr>
          <a:xfrm>
            <a:off x="773708" y="1513893"/>
            <a:ext cx="407309" cy="247351"/>
          </a:xfrm>
          <a:prstGeom prst="cube">
            <a:avLst>
              <a:gd name="adj" fmla="val 94711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7" name="Verbinder: gekrümmt 96">
            <a:extLst>
              <a:ext uri="{FF2B5EF4-FFF2-40B4-BE49-F238E27FC236}">
                <a16:creationId xmlns:a16="http://schemas.microsoft.com/office/drawing/2014/main" id="{E25FCB57-C213-E9CC-CE0A-782B62C22655}"/>
              </a:ext>
            </a:extLst>
          </p:cNvPr>
          <p:cNvCxnSpPr>
            <a:cxnSpLocks/>
            <a:stCxn id="98" idx="2"/>
            <a:endCxn id="100" idx="5"/>
          </p:cNvCxnSpPr>
          <p:nvPr/>
        </p:nvCxnSpPr>
        <p:spPr>
          <a:xfrm rot="10800000" flipV="1">
            <a:off x="1089186" y="1540174"/>
            <a:ext cx="1805767" cy="113564"/>
          </a:xfrm>
          <a:prstGeom prst="curvedConnector4">
            <a:avLst>
              <a:gd name="adj1" fmla="val 49837"/>
              <a:gd name="adj2" fmla="val 211141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Ellipse 97">
            <a:extLst>
              <a:ext uri="{FF2B5EF4-FFF2-40B4-BE49-F238E27FC236}">
                <a16:creationId xmlns:a16="http://schemas.microsoft.com/office/drawing/2014/main" id="{0FBB8939-27BD-08BC-0647-1ED698BD02F4}"/>
              </a:ext>
            </a:extLst>
          </p:cNvPr>
          <p:cNvSpPr/>
          <p:nvPr/>
        </p:nvSpPr>
        <p:spPr>
          <a:xfrm>
            <a:off x="2894953" y="1521123"/>
            <a:ext cx="49158" cy="38102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560570DC-0D25-E501-E2CC-7F819BD77D18}"/>
              </a:ext>
            </a:extLst>
          </p:cNvPr>
          <p:cNvSpPr/>
          <p:nvPr/>
        </p:nvSpPr>
        <p:spPr>
          <a:xfrm>
            <a:off x="2926331" y="1470179"/>
            <a:ext cx="49158" cy="38102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D8AAB39E-131D-C4F0-62EE-AAF8C6749E83}"/>
              </a:ext>
            </a:extLst>
          </p:cNvPr>
          <p:cNvSpPr/>
          <p:nvPr/>
        </p:nvSpPr>
        <p:spPr>
          <a:xfrm>
            <a:off x="1054964" y="1631419"/>
            <a:ext cx="40093" cy="26149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1" name="Würfel 100">
            <a:extLst>
              <a:ext uri="{FF2B5EF4-FFF2-40B4-BE49-F238E27FC236}">
                <a16:creationId xmlns:a16="http://schemas.microsoft.com/office/drawing/2014/main" id="{827E4B56-0172-0A4D-DE6B-BBB316389694}"/>
              </a:ext>
            </a:extLst>
          </p:cNvPr>
          <p:cNvSpPr/>
          <p:nvPr/>
        </p:nvSpPr>
        <p:spPr>
          <a:xfrm rot="1049842">
            <a:off x="1076818" y="1159210"/>
            <a:ext cx="407309" cy="247351"/>
          </a:xfrm>
          <a:prstGeom prst="cube">
            <a:avLst>
              <a:gd name="adj" fmla="val 94711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2" name="Ellipse 101">
            <a:extLst>
              <a:ext uri="{FF2B5EF4-FFF2-40B4-BE49-F238E27FC236}">
                <a16:creationId xmlns:a16="http://schemas.microsoft.com/office/drawing/2014/main" id="{2F704982-C629-EF88-4429-148B3F00B60C}"/>
              </a:ext>
            </a:extLst>
          </p:cNvPr>
          <p:cNvSpPr/>
          <p:nvPr/>
        </p:nvSpPr>
        <p:spPr>
          <a:xfrm>
            <a:off x="1349273" y="1282886"/>
            <a:ext cx="40093" cy="26149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3" name="Verbinder: gekrümmt 102">
            <a:extLst>
              <a:ext uri="{FF2B5EF4-FFF2-40B4-BE49-F238E27FC236}">
                <a16:creationId xmlns:a16="http://schemas.microsoft.com/office/drawing/2014/main" id="{C768F9E7-C487-EDD4-CF90-4101B5953ECC}"/>
              </a:ext>
            </a:extLst>
          </p:cNvPr>
          <p:cNvCxnSpPr>
            <a:cxnSpLocks/>
            <a:stCxn id="99" idx="3"/>
            <a:endCxn id="102" idx="6"/>
          </p:cNvCxnSpPr>
          <p:nvPr/>
        </p:nvCxnSpPr>
        <p:spPr>
          <a:xfrm rot="5400000" flipH="1">
            <a:off x="2058078" y="627249"/>
            <a:ext cx="206741" cy="1544164"/>
          </a:xfrm>
          <a:prstGeom prst="curvedConnector4">
            <a:avLst>
              <a:gd name="adj1" fmla="val 10524"/>
              <a:gd name="adj2" fmla="val 50233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Würfel 103">
            <a:extLst>
              <a:ext uri="{FF2B5EF4-FFF2-40B4-BE49-F238E27FC236}">
                <a16:creationId xmlns:a16="http://schemas.microsoft.com/office/drawing/2014/main" id="{604A66DF-6754-21E1-63D4-12D8007CE1AD}"/>
              </a:ext>
            </a:extLst>
          </p:cNvPr>
          <p:cNvSpPr/>
          <p:nvPr/>
        </p:nvSpPr>
        <p:spPr>
          <a:xfrm>
            <a:off x="4365009" y="5717581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5" name="Würfel 104">
            <a:extLst>
              <a:ext uri="{FF2B5EF4-FFF2-40B4-BE49-F238E27FC236}">
                <a16:creationId xmlns:a16="http://schemas.microsoft.com/office/drawing/2014/main" id="{56235C9C-8EDB-8F87-4CBD-3490FCE76326}"/>
              </a:ext>
            </a:extLst>
          </p:cNvPr>
          <p:cNvSpPr/>
          <p:nvPr/>
        </p:nvSpPr>
        <p:spPr>
          <a:xfrm>
            <a:off x="4463184" y="5719826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6" name="Würfel 105">
            <a:extLst>
              <a:ext uri="{FF2B5EF4-FFF2-40B4-BE49-F238E27FC236}">
                <a16:creationId xmlns:a16="http://schemas.microsoft.com/office/drawing/2014/main" id="{FEBFECD1-5CB6-9FEF-9B0E-F45DAD57CF58}"/>
              </a:ext>
            </a:extLst>
          </p:cNvPr>
          <p:cNvSpPr/>
          <p:nvPr/>
        </p:nvSpPr>
        <p:spPr>
          <a:xfrm>
            <a:off x="2834745" y="3773030"/>
            <a:ext cx="376806" cy="178925"/>
          </a:xfrm>
          <a:prstGeom prst="cube">
            <a:avLst>
              <a:gd name="adj" fmla="val 8102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7" name="Würfel 106">
            <a:extLst>
              <a:ext uri="{FF2B5EF4-FFF2-40B4-BE49-F238E27FC236}">
                <a16:creationId xmlns:a16="http://schemas.microsoft.com/office/drawing/2014/main" id="{C0902D74-E6AC-5D07-C005-77F97D18ECCD}"/>
              </a:ext>
            </a:extLst>
          </p:cNvPr>
          <p:cNvSpPr/>
          <p:nvPr/>
        </p:nvSpPr>
        <p:spPr>
          <a:xfrm>
            <a:off x="4341963" y="5761089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8" name="Würfel 107">
            <a:extLst>
              <a:ext uri="{FF2B5EF4-FFF2-40B4-BE49-F238E27FC236}">
                <a16:creationId xmlns:a16="http://schemas.microsoft.com/office/drawing/2014/main" id="{5ADFAD1A-1C8C-31A5-7D36-71BF8F018D4F}"/>
              </a:ext>
            </a:extLst>
          </p:cNvPr>
          <p:cNvSpPr/>
          <p:nvPr/>
        </p:nvSpPr>
        <p:spPr>
          <a:xfrm>
            <a:off x="4440138" y="5763333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9" name="Flussdiagramm: Zusammenführung 108">
            <a:extLst>
              <a:ext uri="{FF2B5EF4-FFF2-40B4-BE49-F238E27FC236}">
                <a16:creationId xmlns:a16="http://schemas.microsoft.com/office/drawing/2014/main" id="{C6C8B899-DC30-E8FF-D193-B1E44EFAA576}"/>
              </a:ext>
            </a:extLst>
          </p:cNvPr>
          <p:cNvSpPr/>
          <p:nvPr/>
        </p:nvSpPr>
        <p:spPr>
          <a:xfrm>
            <a:off x="2942284" y="3354281"/>
            <a:ext cx="161726" cy="72528"/>
          </a:xfrm>
          <a:prstGeom prst="flowChartSummingJunction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perspectiveRelaxedModerately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0" name="Würfel 109">
            <a:extLst>
              <a:ext uri="{FF2B5EF4-FFF2-40B4-BE49-F238E27FC236}">
                <a16:creationId xmlns:a16="http://schemas.microsoft.com/office/drawing/2014/main" id="{EF5CE7FD-71A5-B422-D376-DC67EA70CB4D}"/>
              </a:ext>
            </a:extLst>
          </p:cNvPr>
          <p:cNvSpPr/>
          <p:nvPr/>
        </p:nvSpPr>
        <p:spPr>
          <a:xfrm>
            <a:off x="5079273" y="3377382"/>
            <a:ext cx="334854" cy="364690"/>
          </a:xfrm>
          <a:prstGeom prst="cube">
            <a:avLst>
              <a:gd name="adj" fmla="val 96426"/>
            </a:avLst>
          </a:prstGeom>
          <a:pattFill prst="dkVert">
            <a:fgClr>
              <a:schemeClr val="bg1">
                <a:lumMod val="65000"/>
              </a:schemeClr>
            </a:fgClr>
            <a:bgClr>
              <a:schemeClr val="bg1"/>
            </a:bgClr>
          </a:patt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1" name="Würfel 110">
            <a:extLst>
              <a:ext uri="{FF2B5EF4-FFF2-40B4-BE49-F238E27FC236}">
                <a16:creationId xmlns:a16="http://schemas.microsoft.com/office/drawing/2014/main" id="{59B8161A-81A1-EDAC-5583-593FBFCF9CB4}"/>
              </a:ext>
            </a:extLst>
          </p:cNvPr>
          <p:cNvSpPr/>
          <p:nvPr/>
        </p:nvSpPr>
        <p:spPr>
          <a:xfrm>
            <a:off x="5030110" y="2601139"/>
            <a:ext cx="304728" cy="303979"/>
          </a:xfrm>
          <a:prstGeom prst="cube">
            <a:avLst>
              <a:gd name="adj" fmla="val 87005"/>
            </a:avLst>
          </a:prstGeom>
          <a:pattFill prst="dkHorz">
            <a:fgClr>
              <a:srgbClr val="FFC000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2" name="Zylinder 111">
            <a:extLst>
              <a:ext uri="{FF2B5EF4-FFF2-40B4-BE49-F238E27FC236}">
                <a16:creationId xmlns:a16="http://schemas.microsoft.com/office/drawing/2014/main" id="{A4DD6D93-0AB8-A301-A423-BC1E91602F9B}"/>
              </a:ext>
            </a:extLst>
          </p:cNvPr>
          <p:cNvSpPr/>
          <p:nvPr/>
        </p:nvSpPr>
        <p:spPr>
          <a:xfrm>
            <a:off x="3417197" y="3342746"/>
            <a:ext cx="99834" cy="127333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3" name="Würfel 112">
            <a:extLst>
              <a:ext uri="{FF2B5EF4-FFF2-40B4-BE49-F238E27FC236}">
                <a16:creationId xmlns:a16="http://schemas.microsoft.com/office/drawing/2014/main" id="{83D37BCC-1C9B-14CD-01DA-9CAFEE9BF2A7}"/>
              </a:ext>
            </a:extLst>
          </p:cNvPr>
          <p:cNvSpPr/>
          <p:nvPr/>
        </p:nvSpPr>
        <p:spPr>
          <a:xfrm>
            <a:off x="4553323" y="5721160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Würfel 113">
            <a:extLst>
              <a:ext uri="{FF2B5EF4-FFF2-40B4-BE49-F238E27FC236}">
                <a16:creationId xmlns:a16="http://schemas.microsoft.com/office/drawing/2014/main" id="{133E022D-E205-4867-01E8-031933854771}"/>
              </a:ext>
            </a:extLst>
          </p:cNvPr>
          <p:cNvSpPr/>
          <p:nvPr/>
        </p:nvSpPr>
        <p:spPr>
          <a:xfrm>
            <a:off x="4651499" y="5723404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5" name="Würfel 114">
            <a:extLst>
              <a:ext uri="{FF2B5EF4-FFF2-40B4-BE49-F238E27FC236}">
                <a16:creationId xmlns:a16="http://schemas.microsoft.com/office/drawing/2014/main" id="{D69421D6-10FE-57ED-B3C5-B65752F290DA}"/>
              </a:ext>
            </a:extLst>
          </p:cNvPr>
          <p:cNvSpPr/>
          <p:nvPr/>
        </p:nvSpPr>
        <p:spPr>
          <a:xfrm>
            <a:off x="4530277" y="5764668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Würfel 115">
            <a:extLst>
              <a:ext uri="{FF2B5EF4-FFF2-40B4-BE49-F238E27FC236}">
                <a16:creationId xmlns:a16="http://schemas.microsoft.com/office/drawing/2014/main" id="{B17ADFED-2232-5855-E534-1EED99A69840}"/>
              </a:ext>
            </a:extLst>
          </p:cNvPr>
          <p:cNvSpPr/>
          <p:nvPr/>
        </p:nvSpPr>
        <p:spPr>
          <a:xfrm>
            <a:off x="4628453" y="5766912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7" name="Würfel 116">
            <a:extLst>
              <a:ext uri="{FF2B5EF4-FFF2-40B4-BE49-F238E27FC236}">
                <a16:creationId xmlns:a16="http://schemas.microsoft.com/office/drawing/2014/main" id="{910A02E6-6BF2-486E-98A3-577A2648FAE7}"/>
              </a:ext>
            </a:extLst>
          </p:cNvPr>
          <p:cNvSpPr/>
          <p:nvPr/>
        </p:nvSpPr>
        <p:spPr>
          <a:xfrm>
            <a:off x="4740067" y="5721160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8" name="Würfel 117">
            <a:extLst>
              <a:ext uri="{FF2B5EF4-FFF2-40B4-BE49-F238E27FC236}">
                <a16:creationId xmlns:a16="http://schemas.microsoft.com/office/drawing/2014/main" id="{8D8FB380-6EDA-D74E-C762-AABD8E599E7F}"/>
              </a:ext>
            </a:extLst>
          </p:cNvPr>
          <p:cNvSpPr/>
          <p:nvPr/>
        </p:nvSpPr>
        <p:spPr>
          <a:xfrm>
            <a:off x="4838242" y="5723404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9" name="Würfel 118">
            <a:extLst>
              <a:ext uri="{FF2B5EF4-FFF2-40B4-BE49-F238E27FC236}">
                <a16:creationId xmlns:a16="http://schemas.microsoft.com/office/drawing/2014/main" id="{375DE2D6-1131-D0E5-745E-15062F38F3F6}"/>
              </a:ext>
            </a:extLst>
          </p:cNvPr>
          <p:cNvSpPr/>
          <p:nvPr/>
        </p:nvSpPr>
        <p:spPr>
          <a:xfrm>
            <a:off x="4717021" y="5764668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0" name="Würfel 119">
            <a:extLst>
              <a:ext uri="{FF2B5EF4-FFF2-40B4-BE49-F238E27FC236}">
                <a16:creationId xmlns:a16="http://schemas.microsoft.com/office/drawing/2014/main" id="{7C0B41BE-A354-4C3E-C350-2BBC9AF07AB3}"/>
              </a:ext>
            </a:extLst>
          </p:cNvPr>
          <p:cNvSpPr/>
          <p:nvPr/>
        </p:nvSpPr>
        <p:spPr>
          <a:xfrm>
            <a:off x="4815197" y="5766912"/>
            <a:ext cx="46091" cy="208412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1" name="Würfel 120">
            <a:extLst>
              <a:ext uri="{FF2B5EF4-FFF2-40B4-BE49-F238E27FC236}">
                <a16:creationId xmlns:a16="http://schemas.microsoft.com/office/drawing/2014/main" id="{82A6C1AA-8DFE-6801-8751-D3FF563D310C}"/>
              </a:ext>
            </a:extLst>
          </p:cNvPr>
          <p:cNvSpPr/>
          <p:nvPr/>
        </p:nvSpPr>
        <p:spPr>
          <a:xfrm>
            <a:off x="3442373" y="5275533"/>
            <a:ext cx="186092" cy="266733"/>
          </a:xfrm>
          <a:prstGeom prst="cube">
            <a:avLst>
              <a:gd name="adj" fmla="val 81917"/>
            </a:avLst>
          </a:prstGeom>
          <a:solidFill>
            <a:srgbClr val="5D5E3A"/>
          </a:solidFill>
          <a:ln>
            <a:solidFill>
              <a:srgbClr val="1B21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7" name="Würfel 126">
            <a:extLst>
              <a:ext uri="{FF2B5EF4-FFF2-40B4-BE49-F238E27FC236}">
                <a16:creationId xmlns:a16="http://schemas.microsoft.com/office/drawing/2014/main" id="{D467C106-3D71-D522-B6DF-1E58CD005974}"/>
              </a:ext>
            </a:extLst>
          </p:cNvPr>
          <p:cNvSpPr/>
          <p:nvPr/>
        </p:nvSpPr>
        <p:spPr>
          <a:xfrm>
            <a:off x="3538275" y="5285634"/>
            <a:ext cx="186092" cy="266733"/>
          </a:xfrm>
          <a:prstGeom prst="cube">
            <a:avLst>
              <a:gd name="adj" fmla="val 81917"/>
            </a:avLst>
          </a:prstGeom>
          <a:solidFill>
            <a:srgbClr val="5D5E3A"/>
          </a:solidFill>
          <a:ln>
            <a:solidFill>
              <a:srgbClr val="1B21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Würfel 132">
            <a:extLst>
              <a:ext uri="{FF2B5EF4-FFF2-40B4-BE49-F238E27FC236}">
                <a16:creationId xmlns:a16="http://schemas.microsoft.com/office/drawing/2014/main" id="{0878D98F-4248-FC02-EF04-42F6B84A3C98}"/>
              </a:ext>
            </a:extLst>
          </p:cNvPr>
          <p:cNvSpPr/>
          <p:nvPr/>
        </p:nvSpPr>
        <p:spPr>
          <a:xfrm>
            <a:off x="4264208" y="5347564"/>
            <a:ext cx="175931" cy="112989"/>
          </a:xfrm>
          <a:prstGeom prst="cube">
            <a:avLst>
              <a:gd name="adj" fmla="val 44411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5" name="Würfel 134">
            <a:extLst>
              <a:ext uri="{FF2B5EF4-FFF2-40B4-BE49-F238E27FC236}">
                <a16:creationId xmlns:a16="http://schemas.microsoft.com/office/drawing/2014/main" id="{6C282D2C-2E50-7F62-A9D6-03105D9550D5}"/>
              </a:ext>
            </a:extLst>
          </p:cNvPr>
          <p:cNvSpPr/>
          <p:nvPr/>
        </p:nvSpPr>
        <p:spPr>
          <a:xfrm>
            <a:off x="3948784" y="5342282"/>
            <a:ext cx="175931" cy="112989"/>
          </a:xfrm>
          <a:prstGeom prst="cube">
            <a:avLst>
              <a:gd name="adj" fmla="val 44411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6" name="Würfel 135">
            <a:extLst>
              <a:ext uri="{FF2B5EF4-FFF2-40B4-BE49-F238E27FC236}">
                <a16:creationId xmlns:a16="http://schemas.microsoft.com/office/drawing/2014/main" id="{324E936B-3CD1-9C01-8D76-DB1E4CAF5095}"/>
              </a:ext>
            </a:extLst>
          </p:cNvPr>
          <p:cNvSpPr/>
          <p:nvPr/>
        </p:nvSpPr>
        <p:spPr>
          <a:xfrm>
            <a:off x="4606381" y="5344483"/>
            <a:ext cx="175931" cy="112989"/>
          </a:xfrm>
          <a:prstGeom prst="cube">
            <a:avLst>
              <a:gd name="adj" fmla="val 44411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7" name="Würfel 136">
            <a:extLst>
              <a:ext uri="{FF2B5EF4-FFF2-40B4-BE49-F238E27FC236}">
                <a16:creationId xmlns:a16="http://schemas.microsoft.com/office/drawing/2014/main" id="{5F04D378-3F1A-2085-582E-5C13CBA7480F}"/>
              </a:ext>
            </a:extLst>
          </p:cNvPr>
          <p:cNvSpPr/>
          <p:nvPr/>
        </p:nvSpPr>
        <p:spPr>
          <a:xfrm rot="353194">
            <a:off x="4540430" y="3345682"/>
            <a:ext cx="249375" cy="352033"/>
          </a:xfrm>
          <a:prstGeom prst="cube">
            <a:avLst>
              <a:gd name="adj" fmla="val 81917"/>
            </a:avLst>
          </a:prstGeom>
          <a:solidFill>
            <a:srgbClr val="5D5E3A"/>
          </a:solidFill>
          <a:ln>
            <a:solidFill>
              <a:srgbClr val="1B21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8" name="Ellipse 137">
            <a:extLst>
              <a:ext uri="{FF2B5EF4-FFF2-40B4-BE49-F238E27FC236}">
                <a16:creationId xmlns:a16="http://schemas.microsoft.com/office/drawing/2014/main" id="{04DA31B5-F6DA-BD9D-15D0-89264C566E51}"/>
              </a:ext>
            </a:extLst>
          </p:cNvPr>
          <p:cNvSpPr/>
          <p:nvPr/>
        </p:nvSpPr>
        <p:spPr>
          <a:xfrm>
            <a:off x="5062799" y="3796017"/>
            <a:ext cx="91441" cy="469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9" name="Ellipse 138">
            <a:extLst>
              <a:ext uri="{FF2B5EF4-FFF2-40B4-BE49-F238E27FC236}">
                <a16:creationId xmlns:a16="http://schemas.microsoft.com/office/drawing/2014/main" id="{0C33F237-7572-15E9-A3BE-D6E454C900AA}"/>
              </a:ext>
            </a:extLst>
          </p:cNvPr>
          <p:cNvSpPr/>
          <p:nvPr/>
        </p:nvSpPr>
        <p:spPr>
          <a:xfrm>
            <a:off x="2961311" y="3838807"/>
            <a:ext cx="91441" cy="469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1" name="Ellipse 140">
            <a:extLst>
              <a:ext uri="{FF2B5EF4-FFF2-40B4-BE49-F238E27FC236}">
                <a16:creationId xmlns:a16="http://schemas.microsoft.com/office/drawing/2014/main" id="{0D118049-58CF-E035-F341-8FE6B46A7F50}"/>
              </a:ext>
            </a:extLst>
          </p:cNvPr>
          <p:cNvSpPr/>
          <p:nvPr/>
        </p:nvSpPr>
        <p:spPr>
          <a:xfrm flipV="1">
            <a:off x="5427680" y="3312855"/>
            <a:ext cx="61255" cy="367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2" name="Parallelogramm 141">
            <a:extLst>
              <a:ext uri="{FF2B5EF4-FFF2-40B4-BE49-F238E27FC236}">
                <a16:creationId xmlns:a16="http://schemas.microsoft.com/office/drawing/2014/main" id="{9E1CC036-6F44-772D-029E-16F710EFD2D4}"/>
              </a:ext>
            </a:extLst>
          </p:cNvPr>
          <p:cNvSpPr/>
          <p:nvPr/>
        </p:nvSpPr>
        <p:spPr>
          <a:xfrm rot="1245002">
            <a:off x="4762273" y="3466992"/>
            <a:ext cx="252989" cy="245826"/>
          </a:xfrm>
          <a:prstGeom prst="parallelogram">
            <a:avLst>
              <a:gd name="adj" fmla="val 4836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3" name="Würfel 142">
            <a:extLst>
              <a:ext uri="{FF2B5EF4-FFF2-40B4-BE49-F238E27FC236}">
                <a16:creationId xmlns:a16="http://schemas.microsoft.com/office/drawing/2014/main" id="{46192750-44F8-76BF-AAA6-046A9B5B59E5}"/>
              </a:ext>
            </a:extLst>
          </p:cNvPr>
          <p:cNvSpPr/>
          <p:nvPr/>
        </p:nvSpPr>
        <p:spPr>
          <a:xfrm>
            <a:off x="4406336" y="3368444"/>
            <a:ext cx="175931" cy="112989"/>
          </a:xfrm>
          <a:prstGeom prst="cube">
            <a:avLst>
              <a:gd name="adj" fmla="val 44411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4" name="Zylinder 143">
            <a:extLst>
              <a:ext uri="{FF2B5EF4-FFF2-40B4-BE49-F238E27FC236}">
                <a16:creationId xmlns:a16="http://schemas.microsoft.com/office/drawing/2014/main" id="{4DA732C0-09A2-63EA-EC35-733CF8C5B19B}"/>
              </a:ext>
            </a:extLst>
          </p:cNvPr>
          <p:cNvSpPr/>
          <p:nvPr/>
        </p:nvSpPr>
        <p:spPr>
          <a:xfrm>
            <a:off x="3695423" y="2682115"/>
            <a:ext cx="99834" cy="127333"/>
          </a:xfrm>
          <a:prstGeom prst="can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C425A55F-3499-6391-ADE5-4E6658D7AA52}"/>
              </a:ext>
            </a:extLst>
          </p:cNvPr>
          <p:cNvSpPr/>
          <p:nvPr/>
        </p:nvSpPr>
        <p:spPr>
          <a:xfrm>
            <a:off x="5005212" y="5947001"/>
            <a:ext cx="91441" cy="469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0A36E3BE-1DC8-34CC-2FEF-4C24843FD0DA}"/>
              </a:ext>
            </a:extLst>
          </p:cNvPr>
          <p:cNvSpPr/>
          <p:nvPr/>
        </p:nvSpPr>
        <p:spPr>
          <a:xfrm>
            <a:off x="5486475" y="5377068"/>
            <a:ext cx="91441" cy="469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BA6B46D3-43AE-38CD-5F2E-EF2E90444BD3}"/>
              </a:ext>
            </a:extLst>
          </p:cNvPr>
          <p:cNvSpPr/>
          <p:nvPr/>
        </p:nvSpPr>
        <p:spPr>
          <a:xfrm>
            <a:off x="3335897" y="5395722"/>
            <a:ext cx="91441" cy="469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2" name="Ellipse 151">
            <a:extLst>
              <a:ext uri="{FF2B5EF4-FFF2-40B4-BE49-F238E27FC236}">
                <a16:creationId xmlns:a16="http://schemas.microsoft.com/office/drawing/2014/main" id="{A1FA2097-D78D-F0E9-539D-5F027C91F9DF}"/>
              </a:ext>
            </a:extLst>
          </p:cNvPr>
          <p:cNvSpPr/>
          <p:nvPr/>
        </p:nvSpPr>
        <p:spPr>
          <a:xfrm>
            <a:off x="2945894" y="5920448"/>
            <a:ext cx="91441" cy="469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4" name="Ellipse 153">
            <a:extLst>
              <a:ext uri="{FF2B5EF4-FFF2-40B4-BE49-F238E27FC236}">
                <a16:creationId xmlns:a16="http://schemas.microsoft.com/office/drawing/2014/main" id="{D94C3495-5932-C0E7-E8E5-B69C87DD04A6}"/>
              </a:ext>
            </a:extLst>
          </p:cNvPr>
          <p:cNvSpPr/>
          <p:nvPr/>
        </p:nvSpPr>
        <p:spPr>
          <a:xfrm>
            <a:off x="3302217" y="2883180"/>
            <a:ext cx="91441" cy="469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5" name="Ellipse 154">
            <a:extLst>
              <a:ext uri="{FF2B5EF4-FFF2-40B4-BE49-F238E27FC236}">
                <a16:creationId xmlns:a16="http://schemas.microsoft.com/office/drawing/2014/main" id="{47EC7F1E-35CC-B611-9326-91B4D1FBB55D}"/>
              </a:ext>
            </a:extLst>
          </p:cNvPr>
          <p:cNvSpPr/>
          <p:nvPr/>
        </p:nvSpPr>
        <p:spPr>
          <a:xfrm>
            <a:off x="3472899" y="2611501"/>
            <a:ext cx="91441" cy="469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8" name="Ellipse 157">
            <a:extLst>
              <a:ext uri="{FF2B5EF4-FFF2-40B4-BE49-F238E27FC236}">
                <a16:creationId xmlns:a16="http://schemas.microsoft.com/office/drawing/2014/main" id="{26437A81-AC68-8AE9-CF65-B094B490A4B8}"/>
              </a:ext>
            </a:extLst>
          </p:cNvPr>
          <p:cNvSpPr/>
          <p:nvPr/>
        </p:nvSpPr>
        <p:spPr>
          <a:xfrm>
            <a:off x="3710234" y="1832430"/>
            <a:ext cx="91441" cy="469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9" name="Würfel 158">
            <a:extLst>
              <a:ext uri="{FF2B5EF4-FFF2-40B4-BE49-F238E27FC236}">
                <a16:creationId xmlns:a16="http://schemas.microsoft.com/office/drawing/2014/main" id="{F25C37B6-EA9D-2DAF-C8D7-30EE7ED34CB5}"/>
              </a:ext>
            </a:extLst>
          </p:cNvPr>
          <p:cNvSpPr/>
          <p:nvPr/>
        </p:nvSpPr>
        <p:spPr>
          <a:xfrm>
            <a:off x="4286291" y="1846121"/>
            <a:ext cx="153847" cy="164403"/>
          </a:xfrm>
          <a:prstGeom prst="cube">
            <a:avLst>
              <a:gd name="adj" fmla="val 87005"/>
            </a:avLst>
          </a:prstGeom>
          <a:pattFill prst="dkHorz">
            <a:fgClr>
              <a:srgbClr val="FFC000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60" name="Gerader Verbinder 159">
            <a:extLst>
              <a:ext uri="{FF2B5EF4-FFF2-40B4-BE49-F238E27FC236}">
                <a16:creationId xmlns:a16="http://schemas.microsoft.com/office/drawing/2014/main" id="{2CF75C73-ABE9-F1A1-6034-C6F6C30E3297}"/>
              </a:ext>
            </a:extLst>
          </p:cNvPr>
          <p:cNvCxnSpPr>
            <a:cxnSpLocks/>
            <a:stCxn id="8" idx="3"/>
            <a:endCxn id="152" idx="4"/>
          </p:cNvCxnSpPr>
          <p:nvPr/>
        </p:nvCxnSpPr>
        <p:spPr>
          <a:xfrm flipH="1">
            <a:off x="2991614" y="3561133"/>
            <a:ext cx="31533" cy="24062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1" name="Zylinder 160">
            <a:extLst>
              <a:ext uri="{FF2B5EF4-FFF2-40B4-BE49-F238E27FC236}">
                <a16:creationId xmlns:a16="http://schemas.microsoft.com/office/drawing/2014/main" id="{FF0E4921-5D05-1427-C84C-F3914D57B7EB}"/>
              </a:ext>
            </a:extLst>
          </p:cNvPr>
          <p:cNvSpPr/>
          <p:nvPr/>
        </p:nvSpPr>
        <p:spPr>
          <a:xfrm>
            <a:off x="2933530" y="4242254"/>
            <a:ext cx="154741" cy="610468"/>
          </a:xfrm>
          <a:prstGeom prst="can">
            <a:avLst>
              <a:gd name="adj" fmla="val 31742"/>
            </a:avLst>
          </a:prstGeom>
          <a:pattFill prst="pct80">
            <a:fgClr>
              <a:srgbClr val="FFD7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62" name="Gerader Verbinder 161">
            <a:extLst>
              <a:ext uri="{FF2B5EF4-FFF2-40B4-BE49-F238E27FC236}">
                <a16:creationId xmlns:a16="http://schemas.microsoft.com/office/drawing/2014/main" id="{A5289929-5378-1611-31A2-58F3EDC70708}"/>
              </a:ext>
            </a:extLst>
          </p:cNvPr>
          <p:cNvCxnSpPr>
            <a:cxnSpLocks/>
            <a:endCxn id="151" idx="0"/>
          </p:cNvCxnSpPr>
          <p:nvPr/>
        </p:nvCxnSpPr>
        <p:spPr>
          <a:xfrm flipH="1">
            <a:off x="3381618" y="3788768"/>
            <a:ext cx="19957" cy="160695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3" name="Zylinder 162">
            <a:extLst>
              <a:ext uri="{FF2B5EF4-FFF2-40B4-BE49-F238E27FC236}">
                <a16:creationId xmlns:a16="http://schemas.microsoft.com/office/drawing/2014/main" id="{0DEE628A-355A-013B-95C2-2BF3AB34FEEE}"/>
              </a:ext>
            </a:extLst>
          </p:cNvPr>
          <p:cNvSpPr/>
          <p:nvPr/>
        </p:nvSpPr>
        <p:spPr>
          <a:xfrm>
            <a:off x="3347392" y="4039939"/>
            <a:ext cx="92923" cy="471715"/>
          </a:xfrm>
          <a:prstGeom prst="can">
            <a:avLst/>
          </a:prstGeom>
          <a:pattFill prst="pct80">
            <a:fgClr>
              <a:srgbClr val="FFD7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4" name="Gerader Verbinder 163">
            <a:extLst>
              <a:ext uri="{FF2B5EF4-FFF2-40B4-BE49-F238E27FC236}">
                <a16:creationId xmlns:a16="http://schemas.microsoft.com/office/drawing/2014/main" id="{D4151497-A421-E75C-8BE4-8977672503BA}"/>
              </a:ext>
            </a:extLst>
          </p:cNvPr>
          <p:cNvCxnSpPr>
            <a:cxnSpLocks/>
            <a:stCxn id="110" idx="4"/>
            <a:endCxn id="145" idx="0"/>
          </p:cNvCxnSpPr>
          <p:nvPr/>
        </p:nvCxnSpPr>
        <p:spPr>
          <a:xfrm flipH="1">
            <a:off x="5050932" y="3735556"/>
            <a:ext cx="42170" cy="2211445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5" name="Zylinder 164">
            <a:extLst>
              <a:ext uri="{FF2B5EF4-FFF2-40B4-BE49-F238E27FC236}">
                <a16:creationId xmlns:a16="http://schemas.microsoft.com/office/drawing/2014/main" id="{436549A0-29A1-D0B7-0FF8-0AA90B7B895E}"/>
              </a:ext>
            </a:extLst>
          </p:cNvPr>
          <p:cNvSpPr/>
          <p:nvPr/>
        </p:nvSpPr>
        <p:spPr>
          <a:xfrm>
            <a:off x="5013473" y="4283115"/>
            <a:ext cx="133400" cy="647415"/>
          </a:xfrm>
          <a:prstGeom prst="can">
            <a:avLst/>
          </a:prstGeom>
          <a:pattFill prst="pct80">
            <a:fgClr>
              <a:srgbClr val="FFD7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6" name="Zylinder 165">
            <a:extLst>
              <a:ext uri="{FF2B5EF4-FFF2-40B4-BE49-F238E27FC236}">
                <a16:creationId xmlns:a16="http://schemas.microsoft.com/office/drawing/2014/main" id="{89141437-0272-5E5C-79B2-1A695E4731CB}"/>
              </a:ext>
            </a:extLst>
          </p:cNvPr>
          <p:cNvSpPr/>
          <p:nvPr/>
        </p:nvSpPr>
        <p:spPr>
          <a:xfrm>
            <a:off x="5436162" y="3066983"/>
            <a:ext cx="62192" cy="118257"/>
          </a:xfrm>
          <a:prstGeom prst="can">
            <a:avLst/>
          </a:prstGeom>
          <a:pattFill prst="dkHorz">
            <a:fgClr>
              <a:schemeClr val="bg1">
                <a:lumMod val="65000"/>
              </a:schemeClr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7" name="Flussdiagramm: Zusammenführung 166">
            <a:extLst>
              <a:ext uri="{FF2B5EF4-FFF2-40B4-BE49-F238E27FC236}">
                <a16:creationId xmlns:a16="http://schemas.microsoft.com/office/drawing/2014/main" id="{38C464BA-4299-BA07-521A-1B1F8CDFA8D8}"/>
              </a:ext>
            </a:extLst>
          </p:cNvPr>
          <p:cNvSpPr/>
          <p:nvPr/>
        </p:nvSpPr>
        <p:spPr>
          <a:xfrm>
            <a:off x="5419391" y="3028715"/>
            <a:ext cx="99834" cy="24476"/>
          </a:xfrm>
          <a:prstGeom prst="flowChartSummingJunction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perspectiveRelaxedModerately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8" name="Würfel 167">
            <a:extLst>
              <a:ext uri="{FF2B5EF4-FFF2-40B4-BE49-F238E27FC236}">
                <a16:creationId xmlns:a16="http://schemas.microsoft.com/office/drawing/2014/main" id="{91D441F6-9142-1EE7-B025-531D96A5E5C7}"/>
              </a:ext>
            </a:extLst>
          </p:cNvPr>
          <p:cNvSpPr/>
          <p:nvPr/>
        </p:nvSpPr>
        <p:spPr>
          <a:xfrm>
            <a:off x="5274785" y="5430864"/>
            <a:ext cx="249375" cy="352033"/>
          </a:xfrm>
          <a:prstGeom prst="cube">
            <a:avLst>
              <a:gd name="adj" fmla="val 81917"/>
            </a:avLst>
          </a:prstGeom>
          <a:solidFill>
            <a:srgbClr val="5D5E3A"/>
          </a:solidFill>
          <a:ln>
            <a:solidFill>
              <a:srgbClr val="1B21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9" name="Zylinder 168">
            <a:extLst>
              <a:ext uri="{FF2B5EF4-FFF2-40B4-BE49-F238E27FC236}">
                <a16:creationId xmlns:a16="http://schemas.microsoft.com/office/drawing/2014/main" id="{0F85003C-FA3C-C03F-B4DA-294CBF84004D}"/>
              </a:ext>
            </a:extLst>
          </p:cNvPr>
          <p:cNvSpPr/>
          <p:nvPr/>
        </p:nvSpPr>
        <p:spPr>
          <a:xfrm>
            <a:off x="3303655" y="2398328"/>
            <a:ext cx="112910" cy="138162"/>
          </a:xfrm>
          <a:prstGeom prst="can">
            <a:avLst/>
          </a:prstGeom>
          <a:pattFill prst="dkHorz">
            <a:fgClr>
              <a:schemeClr val="bg1">
                <a:lumMod val="65000"/>
              </a:schemeClr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0" name="Flussdiagramm: Zusammenführung 169">
            <a:extLst>
              <a:ext uri="{FF2B5EF4-FFF2-40B4-BE49-F238E27FC236}">
                <a16:creationId xmlns:a16="http://schemas.microsoft.com/office/drawing/2014/main" id="{6B7D3C8A-2F31-B90C-BEC6-2177926A200C}"/>
              </a:ext>
            </a:extLst>
          </p:cNvPr>
          <p:cNvSpPr/>
          <p:nvPr/>
        </p:nvSpPr>
        <p:spPr>
          <a:xfrm>
            <a:off x="3282977" y="2329637"/>
            <a:ext cx="161726" cy="72528"/>
          </a:xfrm>
          <a:prstGeom prst="flowChartSummingJunction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perspectiveRelaxedModerately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1" name="Zylinder 170">
            <a:extLst>
              <a:ext uri="{FF2B5EF4-FFF2-40B4-BE49-F238E27FC236}">
                <a16:creationId xmlns:a16="http://schemas.microsoft.com/office/drawing/2014/main" id="{C22C0CB8-40EF-B860-9985-68B32BBDD0FC}"/>
              </a:ext>
            </a:extLst>
          </p:cNvPr>
          <p:cNvSpPr/>
          <p:nvPr/>
        </p:nvSpPr>
        <p:spPr>
          <a:xfrm>
            <a:off x="3484860" y="2257180"/>
            <a:ext cx="62192" cy="118257"/>
          </a:xfrm>
          <a:prstGeom prst="can">
            <a:avLst/>
          </a:prstGeom>
          <a:pattFill prst="dkHorz">
            <a:fgClr>
              <a:schemeClr val="bg1">
                <a:lumMod val="65000"/>
              </a:schemeClr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2" name="Flussdiagramm: Zusammenführung 171">
            <a:extLst>
              <a:ext uri="{FF2B5EF4-FFF2-40B4-BE49-F238E27FC236}">
                <a16:creationId xmlns:a16="http://schemas.microsoft.com/office/drawing/2014/main" id="{AF4D4E15-DDF4-6FB1-A42A-3D7F1BF369BF}"/>
              </a:ext>
            </a:extLst>
          </p:cNvPr>
          <p:cNvSpPr/>
          <p:nvPr/>
        </p:nvSpPr>
        <p:spPr>
          <a:xfrm>
            <a:off x="3468088" y="2218912"/>
            <a:ext cx="99834" cy="24476"/>
          </a:xfrm>
          <a:prstGeom prst="flowChartSummingJunction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perspectiveRelaxedModerately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3" name="Gerader Verbinder 172">
            <a:extLst>
              <a:ext uri="{FF2B5EF4-FFF2-40B4-BE49-F238E27FC236}">
                <a16:creationId xmlns:a16="http://schemas.microsoft.com/office/drawing/2014/main" id="{832E0CC4-5889-9C18-FD0D-43ACA76C6F40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3338839" y="3037702"/>
            <a:ext cx="8554" cy="61366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" name="Gerader Verbinder 173">
            <a:extLst>
              <a:ext uri="{FF2B5EF4-FFF2-40B4-BE49-F238E27FC236}">
                <a16:creationId xmlns:a16="http://schemas.microsoft.com/office/drawing/2014/main" id="{427193A0-44E1-DC83-9A59-9BB105EC3177}"/>
              </a:ext>
            </a:extLst>
          </p:cNvPr>
          <p:cNvCxnSpPr>
            <a:cxnSpLocks/>
            <a:stCxn id="169" idx="3"/>
            <a:endCxn id="154" idx="4"/>
          </p:cNvCxnSpPr>
          <p:nvPr/>
        </p:nvCxnSpPr>
        <p:spPr>
          <a:xfrm flipH="1">
            <a:off x="3347937" y="2536490"/>
            <a:ext cx="12173" cy="3936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" name="Gerader Verbinder 174">
            <a:extLst>
              <a:ext uri="{FF2B5EF4-FFF2-40B4-BE49-F238E27FC236}">
                <a16:creationId xmlns:a16="http://schemas.microsoft.com/office/drawing/2014/main" id="{CB49B30F-3F09-889D-1141-BCE9E06E4EEC}"/>
              </a:ext>
            </a:extLst>
          </p:cNvPr>
          <p:cNvCxnSpPr>
            <a:cxnSpLocks/>
            <a:endCxn id="112" idx="0"/>
          </p:cNvCxnSpPr>
          <p:nvPr/>
        </p:nvCxnSpPr>
        <p:spPr>
          <a:xfrm>
            <a:off x="3467114" y="3035327"/>
            <a:ext cx="0" cy="33475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6" name="Gerader Verbinder 175">
            <a:extLst>
              <a:ext uri="{FF2B5EF4-FFF2-40B4-BE49-F238E27FC236}">
                <a16:creationId xmlns:a16="http://schemas.microsoft.com/office/drawing/2014/main" id="{773BF44F-63AE-04D6-2632-AE6AF6E44360}"/>
              </a:ext>
            </a:extLst>
          </p:cNvPr>
          <p:cNvCxnSpPr>
            <a:cxnSpLocks/>
            <a:endCxn id="155" idx="4"/>
          </p:cNvCxnSpPr>
          <p:nvPr/>
        </p:nvCxnSpPr>
        <p:spPr>
          <a:xfrm>
            <a:off x="3517031" y="2379150"/>
            <a:ext cx="1588" cy="27927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7" name="Zylinder 176">
            <a:extLst>
              <a:ext uri="{FF2B5EF4-FFF2-40B4-BE49-F238E27FC236}">
                <a16:creationId xmlns:a16="http://schemas.microsoft.com/office/drawing/2014/main" id="{3E3DC718-6A59-2C2D-0DD1-098FAE8A2762}"/>
              </a:ext>
            </a:extLst>
          </p:cNvPr>
          <p:cNvSpPr/>
          <p:nvPr/>
        </p:nvSpPr>
        <p:spPr>
          <a:xfrm>
            <a:off x="3704958" y="1276700"/>
            <a:ext cx="62192" cy="118257"/>
          </a:xfrm>
          <a:prstGeom prst="can">
            <a:avLst/>
          </a:prstGeom>
          <a:pattFill prst="dkHorz">
            <a:fgClr>
              <a:schemeClr val="bg1">
                <a:lumMod val="65000"/>
              </a:schemeClr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8" name="Flussdiagramm: Zusammenführung 177">
            <a:extLst>
              <a:ext uri="{FF2B5EF4-FFF2-40B4-BE49-F238E27FC236}">
                <a16:creationId xmlns:a16="http://schemas.microsoft.com/office/drawing/2014/main" id="{C1074556-72C2-6BB2-E5E4-EEE102EA0549}"/>
              </a:ext>
            </a:extLst>
          </p:cNvPr>
          <p:cNvSpPr/>
          <p:nvPr/>
        </p:nvSpPr>
        <p:spPr>
          <a:xfrm>
            <a:off x="3687609" y="1231489"/>
            <a:ext cx="99834" cy="36908"/>
          </a:xfrm>
          <a:prstGeom prst="flowChartSummingJunction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perspectiveRelaxedModerately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9" name="Gerader Verbinder 178">
            <a:extLst>
              <a:ext uri="{FF2B5EF4-FFF2-40B4-BE49-F238E27FC236}">
                <a16:creationId xmlns:a16="http://schemas.microsoft.com/office/drawing/2014/main" id="{45D3D84C-2124-FB79-33B2-6302F29D4ABC}"/>
              </a:ext>
            </a:extLst>
          </p:cNvPr>
          <p:cNvCxnSpPr>
            <a:cxnSpLocks/>
          </p:cNvCxnSpPr>
          <p:nvPr/>
        </p:nvCxnSpPr>
        <p:spPr>
          <a:xfrm>
            <a:off x="3746165" y="2002354"/>
            <a:ext cx="0" cy="68543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0" name="Gerader Verbinder 179">
            <a:extLst>
              <a:ext uri="{FF2B5EF4-FFF2-40B4-BE49-F238E27FC236}">
                <a16:creationId xmlns:a16="http://schemas.microsoft.com/office/drawing/2014/main" id="{0EC56322-9F3A-075E-D1F0-6E6BF6907E9B}"/>
              </a:ext>
            </a:extLst>
          </p:cNvPr>
          <p:cNvCxnSpPr>
            <a:cxnSpLocks/>
            <a:stCxn id="177" idx="3"/>
          </p:cNvCxnSpPr>
          <p:nvPr/>
        </p:nvCxnSpPr>
        <p:spPr>
          <a:xfrm>
            <a:off x="3736054" y="1394958"/>
            <a:ext cx="6075" cy="4672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1" name="Würfel 180">
            <a:extLst>
              <a:ext uri="{FF2B5EF4-FFF2-40B4-BE49-F238E27FC236}">
                <a16:creationId xmlns:a16="http://schemas.microsoft.com/office/drawing/2014/main" id="{CA24B3C5-E531-AF25-852E-B7566170D95B}"/>
              </a:ext>
            </a:extLst>
          </p:cNvPr>
          <p:cNvSpPr/>
          <p:nvPr/>
        </p:nvSpPr>
        <p:spPr>
          <a:xfrm>
            <a:off x="4906102" y="2912061"/>
            <a:ext cx="144995" cy="131951"/>
          </a:xfrm>
          <a:prstGeom prst="cube">
            <a:avLst>
              <a:gd name="adj" fmla="val 62623"/>
            </a:avLst>
          </a:prstGeom>
          <a:pattFill prst="dkHorz">
            <a:fgClr>
              <a:srgbClr val="FFC000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82" name="Würfel 181">
            <a:extLst>
              <a:ext uri="{FF2B5EF4-FFF2-40B4-BE49-F238E27FC236}">
                <a16:creationId xmlns:a16="http://schemas.microsoft.com/office/drawing/2014/main" id="{9B8B614F-2BE1-C8DC-13BC-E56E506F5B1C}"/>
              </a:ext>
            </a:extLst>
          </p:cNvPr>
          <p:cNvSpPr/>
          <p:nvPr/>
        </p:nvSpPr>
        <p:spPr>
          <a:xfrm>
            <a:off x="4453353" y="1761245"/>
            <a:ext cx="55921" cy="64392"/>
          </a:xfrm>
          <a:prstGeom prst="cube">
            <a:avLst>
              <a:gd name="adj" fmla="val 64372"/>
            </a:avLst>
          </a:prstGeom>
          <a:pattFill prst="dkHorz">
            <a:fgClr>
              <a:srgbClr val="FFC000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83" name="Würfel 182">
            <a:extLst>
              <a:ext uri="{FF2B5EF4-FFF2-40B4-BE49-F238E27FC236}">
                <a16:creationId xmlns:a16="http://schemas.microsoft.com/office/drawing/2014/main" id="{B2DA229F-97FF-9910-FBC6-D9F595C92608}"/>
              </a:ext>
            </a:extLst>
          </p:cNvPr>
          <p:cNvSpPr/>
          <p:nvPr/>
        </p:nvSpPr>
        <p:spPr>
          <a:xfrm>
            <a:off x="4849698" y="3771448"/>
            <a:ext cx="41614" cy="49214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4" name="Würfel 183">
            <a:extLst>
              <a:ext uri="{FF2B5EF4-FFF2-40B4-BE49-F238E27FC236}">
                <a16:creationId xmlns:a16="http://schemas.microsoft.com/office/drawing/2014/main" id="{F41535B1-427A-4D51-2157-772394FEB1DA}"/>
              </a:ext>
            </a:extLst>
          </p:cNvPr>
          <p:cNvSpPr/>
          <p:nvPr/>
        </p:nvSpPr>
        <p:spPr>
          <a:xfrm>
            <a:off x="4915150" y="3250229"/>
            <a:ext cx="440666" cy="530987"/>
          </a:xfrm>
          <a:prstGeom prst="cube">
            <a:avLst>
              <a:gd name="adj" fmla="val 75642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5" name="Flussdiagramm: Zusammenführung 184">
            <a:extLst>
              <a:ext uri="{FF2B5EF4-FFF2-40B4-BE49-F238E27FC236}">
                <a16:creationId xmlns:a16="http://schemas.microsoft.com/office/drawing/2014/main" id="{BCE88DD4-2A45-670E-3886-9626034229DE}"/>
              </a:ext>
            </a:extLst>
          </p:cNvPr>
          <p:cNvSpPr/>
          <p:nvPr/>
        </p:nvSpPr>
        <p:spPr>
          <a:xfrm>
            <a:off x="5010937" y="3407976"/>
            <a:ext cx="161726" cy="72528"/>
          </a:xfrm>
          <a:prstGeom prst="flowChartSummingJunction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perspectiveRelaxedModerately"/>
            <a:lightRig rig="threePt" dir="t"/>
          </a:scene3d>
          <a:sp3d extrusionH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6" name="Zylinder 185">
            <a:extLst>
              <a:ext uri="{FF2B5EF4-FFF2-40B4-BE49-F238E27FC236}">
                <a16:creationId xmlns:a16="http://schemas.microsoft.com/office/drawing/2014/main" id="{9C1ED341-F4C4-E608-BD00-7E4C3B32E024}"/>
              </a:ext>
            </a:extLst>
          </p:cNvPr>
          <p:cNvSpPr/>
          <p:nvPr/>
        </p:nvSpPr>
        <p:spPr>
          <a:xfrm>
            <a:off x="5035344" y="3476666"/>
            <a:ext cx="112910" cy="138162"/>
          </a:xfrm>
          <a:prstGeom prst="can">
            <a:avLst/>
          </a:prstGeom>
          <a:pattFill prst="dkHorz">
            <a:fgClr>
              <a:schemeClr val="bg1">
                <a:lumMod val="65000"/>
              </a:schemeClr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7" name="Würfel 186">
            <a:extLst>
              <a:ext uri="{FF2B5EF4-FFF2-40B4-BE49-F238E27FC236}">
                <a16:creationId xmlns:a16="http://schemas.microsoft.com/office/drawing/2014/main" id="{3F5E9A80-BAE3-37C1-749B-E6A8295F7A11}"/>
              </a:ext>
            </a:extLst>
          </p:cNvPr>
          <p:cNvSpPr/>
          <p:nvPr/>
        </p:nvSpPr>
        <p:spPr>
          <a:xfrm>
            <a:off x="4902232" y="3770352"/>
            <a:ext cx="41614" cy="49214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8" name="Würfel 187">
            <a:extLst>
              <a:ext uri="{FF2B5EF4-FFF2-40B4-BE49-F238E27FC236}">
                <a16:creationId xmlns:a16="http://schemas.microsoft.com/office/drawing/2014/main" id="{5FFE8690-8C56-100C-093C-98611E8CDBAA}"/>
              </a:ext>
            </a:extLst>
          </p:cNvPr>
          <p:cNvSpPr/>
          <p:nvPr/>
        </p:nvSpPr>
        <p:spPr>
          <a:xfrm>
            <a:off x="4828890" y="3804763"/>
            <a:ext cx="41614" cy="49214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9" name="Würfel 188">
            <a:extLst>
              <a:ext uri="{FF2B5EF4-FFF2-40B4-BE49-F238E27FC236}">
                <a16:creationId xmlns:a16="http://schemas.microsoft.com/office/drawing/2014/main" id="{9BF2AF07-1537-0EED-A07C-4759561C96A0}"/>
              </a:ext>
            </a:extLst>
          </p:cNvPr>
          <p:cNvSpPr/>
          <p:nvPr/>
        </p:nvSpPr>
        <p:spPr>
          <a:xfrm>
            <a:off x="4881426" y="3803667"/>
            <a:ext cx="41614" cy="49214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0" name="Gerade Verbindung mit Pfeil 189">
            <a:extLst>
              <a:ext uri="{FF2B5EF4-FFF2-40B4-BE49-F238E27FC236}">
                <a16:creationId xmlns:a16="http://schemas.microsoft.com/office/drawing/2014/main" id="{94436D87-A868-D9D2-F038-D5783B461D2B}"/>
              </a:ext>
            </a:extLst>
          </p:cNvPr>
          <p:cNvCxnSpPr>
            <a:cxnSpLocks/>
          </p:cNvCxnSpPr>
          <p:nvPr/>
        </p:nvCxnSpPr>
        <p:spPr>
          <a:xfrm>
            <a:off x="3023146" y="1540173"/>
            <a:ext cx="532206" cy="2993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feld 192">
            <a:extLst>
              <a:ext uri="{FF2B5EF4-FFF2-40B4-BE49-F238E27FC236}">
                <a16:creationId xmlns:a16="http://schemas.microsoft.com/office/drawing/2014/main" id="{5B953C87-7512-3B5F-EA1C-780646D44F4A}"/>
              </a:ext>
            </a:extLst>
          </p:cNvPr>
          <p:cNvSpPr txBox="1"/>
          <p:nvPr/>
        </p:nvSpPr>
        <p:spPr>
          <a:xfrm>
            <a:off x="1294737" y="1944400"/>
            <a:ext cx="1338425" cy="416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Antennen</a:t>
            </a:r>
          </a:p>
        </p:txBody>
      </p:sp>
      <p:sp>
        <p:nvSpPr>
          <p:cNvPr id="197" name="Textfeld 196">
            <a:extLst>
              <a:ext uri="{FF2B5EF4-FFF2-40B4-BE49-F238E27FC236}">
                <a16:creationId xmlns:a16="http://schemas.microsoft.com/office/drawing/2014/main" id="{FBC6C644-303A-8075-8C5D-EABC98967A38}"/>
              </a:ext>
            </a:extLst>
          </p:cNvPr>
          <p:cNvSpPr txBox="1"/>
          <p:nvPr/>
        </p:nvSpPr>
        <p:spPr>
          <a:xfrm>
            <a:off x="5594435" y="5497263"/>
            <a:ext cx="501565" cy="2970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PCIe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F0375860-B4B7-F2E3-EDB6-50E0F862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Jakob Hasche, 15.01.2026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7DABC3A2-6A81-68A3-7729-D92C7051A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4</a:t>
            </a:fld>
            <a:endParaRPr lang="de-DE"/>
          </a:p>
        </p:txBody>
      </p:sp>
      <p:sp>
        <p:nvSpPr>
          <p:cNvPr id="199" name="Textfeld 198">
            <a:extLst>
              <a:ext uri="{FF2B5EF4-FFF2-40B4-BE49-F238E27FC236}">
                <a16:creationId xmlns:a16="http://schemas.microsoft.com/office/drawing/2014/main" id="{51FECA0A-BF03-52E8-A1F1-1306B5DA59AC}"/>
              </a:ext>
            </a:extLst>
          </p:cNvPr>
          <p:cNvSpPr txBox="1"/>
          <p:nvPr/>
        </p:nvSpPr>
        <p:spPr>
          <a:xfrm>
            <a:off x="7073073" y="2668368"/>
            <a:ext cx="4727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/>
              <a:t>PCIe zu M.2 Adapter</a:t>
            </a:r>
          </a:p>
        </p:txBody>
      </p:sp>
      <p:sp>
        <p:nvSpPr>
          <p:cNvPr id="201" name="Textfeld 200">
            <a:extLst>
              <a:ext uri="{FF2B5EF4-FFF2-40B4-BE49-F238E27FC236}">
                <a16:creationId xmlns:a16="http://schemas.microsoft.com/office/drawing/2014/main" id="{28C4F1B1-A33A-4ADE-7112-F27D46B1E729}"/>
              </a:ext>
            </a:extLst>
          </p:cNvPr>
          <p:cNvSpPr txBox="1"/>
          <p:nvPr/>
        </p:nvSpPr>
        <p:spPr>
          <a:xfrm>
            <a:off x="7057612" y="3243696"/>
            <a:ext cx="472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/>
              <a:t>PCIe HAT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b="1" dirty="0"/>
              <a:t>PCIe zu Mini PCIe</a:t>
            </a:r>
          </a:p>
          <a:p>
            <a:pPr lvl="1"/>
            <a:endParaRPr lang="de-DE" b="1" dirty="0"/>
          </a:p>
        </p:txBody>
      </p:sp>
      <p:sp>
        <p:nvSpPr>
          <p:cNvPr id="202" name="Textfeld 201">
            <a:extLst>
              <a:ext uri="{FF2B5EF4-FFF2-40B4-BE49-F238E27FC236}">
                <a16:creationId xmlns:a16="http://schemas.microsoft.com/office/drawing/2014/main" id="{A49DEAFA-5585-15C0-DC9C-2D6388AD91E3}"/>
              </a:ext>
            </a:extLst>
          </p:cNvPr>
          <p:cNvSpPr txBox="1"/>
          <p:nvPr/>
        </p:nvSpPr>
        <p:spPr>
          <a:xfrm>
            <a:off x="6988098" y="4928176"/>
            <a:ext cx="4727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/>
              <a:t>Raspberry Pi 5B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b="1" dirty="0"/>
              <a:t>Schnittstelle zur externen Wi-Fi Karte ist PCIe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133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2" grpId="0" animBg="1"/>
      <p:bldP spid="3" grpId="0" animBg="1"/>
      <p:bldP spid="4" grpId="0" animBg="1"/>
      <p:bldP spid="8" grpId="0" animBg="1"/>
      <p:bldP spid="10" grpId="0" animBg="1"/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3" grpId="0" animBg="1"/>
      <p:bldP spid="66" grpId="0" animBg="1"/>
      <p:bldP spid="73" grpId="0" animBg="1"/>
      <p:bldP spid="90" grpId="0" animBg="1"/>
      <p:bldP spid="93" grpId="0" animBg="1"/>
      <p:bldP spid="94" grpId="0" animBg="1"/>
      <p:bldP spid="95" grpId="0" animBg="1"/>
      <p:bldP spid="96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7" grpId="0" animBg="1"/>
      <p:bldP spid="133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9" grpId="0" animBg="1"/>
      <p:bldP spid="151" grpId="0" animBg="1"/>
      <p:bldP spid="152" grpId="0" animBg="1"/>
      <p:bldP spid="154" grpId="0" animBg="1"/>
      <p:bldP spid="155" grpId="0" animBg="1"/>
      <p:bldP spid="158" grpId="0" animBg="1"/>
      <p:bldP spid="159" grpId="0" animBg="1"/>
      <p:bldP spid="161" grpId="0" animBg="1"/>
      <p:bldP spid="163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7" grpId="0" animBg="1"/>
      <p:bldP spid="178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3" grpId="0"/>
      <p:bldP spid="197" grpId="0"/>
      <p:bldP spid="199" grpId="0"/>
      <p:bldP spid="201" grpId="0"/>
      <p:bldP spid="20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59182-836E-4615-0CA5-F4EB3EE05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rechblase: rechteckig mit abgerundeten Ecken 3">
            <a:extLst>
              <a:ext uri="{FF2B5EF4-FFF2-40B4-BE49-F238E27FC236}">
                <a16:creationId xmlns:a16="http://schemas.microsoft.com/office/drawing/2014/main" id="{4124A69A-1B89-AD12-AF26-A82AA3BBA5BE}"/>
              </a:ext>
            </a:extLst>
          </p:cNvPr>
          <p:cNvSpPr/>
          <p:nvPr/>
        </p:nvSpPr>
        <p:spPr>
          <a:xfrm>
            <a:off x="440833" y="1873409"/>
            <a:ext cx="2714106" cy="2991597"/>
          </a:xfrm>
          <a:prstGeom prst="wedgeRoundRectCallout">
            <a:avLst>
              <a:gd name="adj1" fmla="val -23834"/>
              <a:gd name="adj2" fmla="val 63606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Benutzerdefiniertes </a:t>
            </a:r>
            <a:r>
              <a:rPr lang="de-DE" b="1" dirty="0" err="1">
                <a:solidFill>
                  <a:schemeClr val="tx1"/>
                </a:solidFill>
              </a:rPr>
              <a:t>Yocto</a:t>
            </a:r>
            <a:r>
              <a:rPr lang="de-DE" b="1" dirty="0">
                <a:solidFill>
                  <a:schemeClr val="tx1"/>
                </a:solidFill>
              </a:rPr>
              <a:t> RT-Linux</a:t>
            </a:r>
          </a:p>
        </p:txBody>
      </p:sp>
      <p:sp>
        <p:nvSpPr>
          <p:cNvPr id="18" name="Gleichschenkliges Dreieck 17">
            <a:extLst>
              <a:ext uri="{FF2B5EF4-FFF2-40B4-BE49-F238E27FC236}">
                <a16:creationId xmlns:a16="http://schemas.microsoft.com/office/drawing/2014/main" id="{A4CEC733-0CCC-8E5E-84E7-45B80370FE41}"/>
              </a:ext>
            </a:extLst>
          </p:cNvPr>
          <p:cNvSpPr/>
          <p:nvPr/>
        </p:nvSpPr>
        <p:spPr>
          <a:xfrm rot="16200000">
            <a:off x="1392143" y="3493228"/>
            <a:ext cx="776195" cy="686873"/>
          </a:xfrm>
          <a:prstGeom prst="triangle">
            <a:avLst>
              <a:gd name="adj" fmla="val 50000"/>
            </a:avLst>
          </a:prstGeom>
          <a:gradFill>
            <a:gsLst>
              <a:gs pos="12000">
                <a:srgbClr val="517544"/>
              </a:gs>
              <a:gs pos="100000">
                <a:srgbClr val="15608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F6E28A55-428B-43B0-3DB7-DCA49470B9E1}"/>
              </a:ext>
            </a:extLst>
          </p:cNvPr>
          <p:cNvSpPr/>
          <p:nvPr/>
        </p:nvSpPr>
        <p:spPr>
          <a:xfrm>
            <a:off x="2077846" y="3303377"/>
            <a:ext cx="916677" cy="843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 sz="1400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DC44EB4C-6E89-14E6-FBAD-C6C0994BB51C}"/>
              </a:ext>
            </a:extLst>
          </p:cNvPr>
          <p:cNvSpPr/>
          <p:nvPr/>
        </p:nvSpPr>
        <p:spPr>
          <a:xfrm>
            <a:off x="2005376" y="3363170"/>
            <a:ext cx="916677" cy="843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 sz="14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2C89FE4-FD14-E08B-5E9D-088BAC41EDDC}"/>
              </a:ext>
            </a:extLst>
          </p:cNvPr>
          <p:cNvSpPr/>
          <p:nvPr/>
        </p:nvSpPr>
        <p:spPr>
          <a:xfrm>
            <a:off x="-1" y="0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4465A906-77BF-0480-F390-365380B8C528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Vorgehen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9F37E4B-CA78-C36D-EB5B-54E6DC3DAF76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677BC67E-DD2D-82A4-FA55-6BB7876BFDA5}"/>
              </a:ext>
            </a:extLst>
          </p:cNvPr>
          <p:cNvCxnSpPr>
            <a:cxnSpLocks/>
          </p:cNvCxnSpPr>
          <p:nvPr/>
        </p:nvCxnSpPr>
        <p:spPr>
          <a:xfrm>
            <a:off x="6911541" y="1369543"/>
            <a:ext cx="0" cy="4634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4AB47DAD-2AFA-B556-C291-8C9F15002D03}"/>
              </a:ext>
            </a:extLst>
          </p:cNvPr>
          <p:cNvSpPr txBox="1"/>
          <p:nvPr/>
        </p:nvSpPr>
        <p:spPr>
          <a:xfrm>
            <a:off x="7098461" y="1940258"/>
            <a:ext cx="4727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Benutzerdefiniertes RT-Linux mittels </a:t>
            </a:r>
            <a:r>
              <a:rPr lang="de-DE" dirty="0" err="1"/>
              <a:t>Yocto</a:t>
            </a:r>
            <a:endParaRPr lang="de-DE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Minimaler OS-Overhead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Gute Konfigurierbarkeit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935AE8-70D2-B3A3-9C53-559235655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17" y="5082584"/>
            <a:ext cx="2714106" cy="1063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B4A22C2-AA23-C788-4827-E3C3E6A2B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0735" y="5082584"/>
            <a:ext cx="2714108" cy="1063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prechblase: rechteckig mit abgerundeten Ecken 4">
            <a:extLst>
              <a:ext uri="{FF2B5EF4-FFF2-40B4-BE49-F238E27FC236}">
                <a16:creationId xmlns:a16="http://schemas.microsoft.com/office/drawing/2014/main" id="{0DFC6626-47E5-FBD6-2CAF-AF3D059864E7}"/>
              </a:ext>
            </a:extLst>
          </p:cNvPr>
          <p:cNvSpPr/>
          <p:nvPr/>
        </p:nvSpPr>
        <p:spPr>
          <a:xfrm>
            <a:off x="3676187" y="1867372"/>
            <a:ext cx="2714106" cy="2991596"/>
          </a:xfrm>
          <a:prstGeom prst="wedgeRoundRectCallout">
            <a:avLst>
              <a:gd name="adj1" fmla="val 18261"/>
              <a:gd name="adj2" fmla="val 66235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Benutzerdefiniertes </a:t>
            </a:r>
            <a:r>
              <a:rPr lang="de-DE" b="1" dirty="0" err="1">
                <a:solidFill>
                  <a:schemeClr val="tx1"/>
                </a:solidFill>
              </a:rPr>
              <a:t>Yocto</a:t>
            </a:r>
            <a:r>
              <a:rPr lang="de-DE" b="1" dirty="0">
                <a:solidFill>
                  <a:schemeClr val="tx1"/>
                </a:solidFill>
              </a:rPr>
              <a:t> RT-Linux</a:t>
            </a:r>
          </a:p>
          <a:p>
            <a:pPr algn="ctr"/>
            <a:endParaRPr lang="de-DE" dirty="0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640D2D16-51E2-59E3-6F02-830FFAA85604}"/>
              </a:ext>
            </a:extLst>
          </p:cNvPr>
          <p:cNvSpPr/>
          <p:nvPr/>
        </p:nvSpPr>
        <p:spPr>
          <a:xfrm>
            <a:off x="600545" y="2982735"/>
            <a:ext cx="1025144" cy="1677325"/>
          </a:xfrm>
          <a:prstGeom prst="roundRect">
            <a:avLst/>
          </a:prstGeom>
          <a:solidFill>
            <a:srgbClr val="5175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400" dirty="0"/>
              <a:t>Server Test Suite</a:t>
            </a:r>
          </a:p>
        </p:txBody>
      </p:sp>
      <p:pic>
        <p:nvPicPr>
          <p:cNvPr id="1034" name="Picture 10" descr="Logo device only">
            <a:extLst>
              <a:ext uri="{FF2B5EF4-FFF2-40B4-BE49-F238E27FC236}">
                <a16:creationId xmlns:a16="http://schemas.microsoft.com/office/drawing/2014/main" id="{381421F5-0709-0716-55B9-143F1EB1F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17" y="3753383"/>
            <a:ext cx="634716" cy="76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46176E0-A4E8-5F06-6A63-EB59CFF22B37}"/>
              </a:ext>
            </a:extLst>
          </p:cNvPr>
          <p:cNvSpPr/>
          <p:nvPr/>
        </p:nvSpPr>
        <p:spPr>
          <a:xfrm>
            <a:off x="1932906" y="3441066"/>
            <a:ext cx="916677" cy="843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400" dirty="0"/>
              <a:t>Test Run</a:t>
            </a:r>
          </a:p>
        </p:txBody>
      </p:sp>
      <p:sp>
        <p:nvSpPr>
          <p:cNvPr id="19" name="Gleichschenkliges Dreieck 18">
            <a:extLst>
              <a:ext uri="{FF2B5EF4-FFF2-40B4-BE49-F238E27FC236}">
                <a16:creationId xmlns:a16="http://schemas.microsoft.com/office/drawing/2014/main" id="{A710CF21-F095-6AE8-CA85-92B731033915}"/>
              </a:ext>
            </a:extLst>
          </p:cNvPr>
          <p:cNvSpPr/>
          <p:nvPr/>
        </p:nvSpPr>
        <p:spPr>
          <a:xfrm rot="5400000">
            <a:off x="4745845" y="3393118"/>
            <a:ext cx="776195" cy="686873"/>
          </a:xfrm>
          <a:prstGeom prst="triangle">
            <a:avLst>
              <a:gd name="adj" fmla="val 50000"/>
            </a:avLst>
          </a:prstGeom>
          <a:gradFill>
            <a:gsLst>
              <a:gs pos="12000">
                <a:srgbClr val="517544"/>
              </a:gs>
              <a:gs pos="100000">
                <a:srgbClr val="15608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1DC08837-6CC4-D299-F91B-C45191BB1244}"/>
              </a:ext>
            </a:extLst>
          </p:cNvPr>
          <p:cNvSpPr/>
          <p:nvPr/>
        </p:nvSpPr>
        <p:spPr>
          <a:xfrm>
            <a:off x="3972000" y="3303377"/>
            <a:ext cx="916677" cy="843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 sz="1400" dirty="0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E0479796-B5E4-6AEE-A2DA-1ABA89561D2E}"/>
              </a:ext>
            </a:extLst>
          </p:cNvPr>
          <p:cNvSpPr/>
          <p:nvPr/>
        </p:nvSpPr>
        <p:spPr>
          <a:xfrm>
            <a:off x="3899530" y="3363170"/>
            <a:ext cx="916677" cy="843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 sz="1400" dirty="0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DA899E0-B769-B542-C001-BB8B7C8D3787}"/>
              </a:ext>
            </a:extLst>
          </p:cNvPr>
          <p:cNvSpPr/>
          <p:nvPr/>
        </p:nvSpPr>
        <p:spPr>
          <a:xfrm>
            <a:off x="5207803" y="2914720"/>
            <a:ext cx="1025144" cy="1677325"/>
          </a:xfrm>
          <a:prstGeom prst="roundRect">
            <a:avLst/>
          </a:prstGeom>
          <a:solidFill>
            <a:srgbClr val="5175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400" dirty="0"/>
              <a:t>Client Test Suite</a:t>
            </a:r>
          </a:p>
        </p:txBody>
      </p:sp>
      <p:pic>
        <p:nvPicPr>
          <p:cNvPr id="23" name="Picture 10" descr="Logo device only">
            <a:extLst>
              <a:ext uri="{FF2B5EF4-FFF2-40B4-BE49-F238E27FC236}">
                <a16:creationId xmlns:a16="http://schemas.microsoft.com/office/drawing/2014/main" id="{9D0C9898-89C3-3866-373A-829DFC595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409" y="3509543"/>
            <a:ext cx="634716" cy="76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4740FC24-0B89-5A99-3E87-044ACC5D349F}"/>
              </a:ext>
            </a:extLst>
          </p:cNvPr>
          <p:cNvSpPr/>
          <p:nvPr/>
        </p:nvSpPr>
        <p:spPr>
          <a:xfrm>
            <a:off x="3827060" y="3441066"/>
            <a:ext cx="916677" cy="843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400" dirty="0"/>
              <a:t>Test Run</a:t>
            </a:r>
          </a:p>
        </p:txBody>
      </p:sp>
      <p:pic>
        <p:nvPicPr>
          <p:cNvPr id="1040" name="Picture 16" descr="Download HD Zahnräder-01 - Zahnrad Icon Weiss Png Transparent PNG Image -  NicePNG.com">
            <a:extLst>
              <a:ext uri="{FF2B5EF4-FFF2-40B4-BE49-F238E27FC236}">
                <a16:creationId xmlns:a16="http://schemas.microsoft.com/office/drawing/2014/main" id="{C451CB2C-E8B7-436D-02DF-447E120BF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033" y="3783743"/>
            <a:ext cx="384305" cy="408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6" descr="Download HD Zahnräder-01 - Zahnrad Icon Weiss Png Transparent PNG Image -  NicePNG.com">
            <a:extLst>
              <a:ext uri="{FF2B5EF4-FFF2-40B4-BE49-F238E27FC236}">
                <a16:creationId xmlns:a16="http://schemas.microsoft.com/office/drawing/2014/main" id="{52824D5D-3ED4-4C82-16A0-4B902C530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446" y="3777400"/>
            <a:ext cx="384305" cy="408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1F56CAB1-0F01-A9A3-EF9B-EC6DB5E14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34" name="Foliennummernplatzhalter 33">
            <a:extLst>
              <a:ext uri="{FF2B5EF4-FFF2-40B4-BE49-F238E27FC236}">
                <a16:creationId xmlns:a16="http://schemas.microsoft.com/office/drawing/2014/main" id="{DEBB63B6-1DD8-B8F8-3848-C222E053F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5</a:t>
            </a:fld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9FDB46A-8B47-9A62-7F0A-35AAEDC8C3E2}"/>
              </a:ext>
            </a:extLst>
          </p:cNvPr>
          <p:cNvSpPr txBox="1"/>
          <p:nvPr/>
        </p:nvSpPr>
        <p:spPr>
          <a:xfrm>
            <a:off x="7098461" y="3966835"/>
            <a:ext cx="47276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Test Run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Verbindungsaufbau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Ausführung der Applikation und der Background Workload</a:t>
            </a:r>
          </a:p>
          <a:p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9673D11-40F6-AB88-0F6C-52B496889DDC}"/>
              </a:ext>
            </a:extLst>
          </p:cNvPr>
          <p:cNvSpPr txBox="1"/>
          <p:nvPr/>
        </p:nvSpPr>
        <p:spPr>
          <a:xfrm>
            <a:off x="7098461" y="2974391"/>
            <a:ext cx="472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 Test </a:t>
            </a:r>
            <a:r>
              <a:rPr lang="de-DE" dirty="0" err="1"/>
              <a:t>Suites</a:t>
            </a:r>
            <a:endParaRPr lang="de-DE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Führen einzelne Test Runs aus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Notwendig, da sehr viele Testfälle</a:t>
            </a:r>
          </a:p>
        </p:txBody>
      </p:sp>
    </p:spTree>
    <p:extLst>
      <p:ext uri="{BB962C8B-B14F-4D97-AF65-F5344CB8AC3E}">
        <p14:creationId xmlns:p14="http://schemas.microsoft.com/office/powerpoint/2010/main" val="105821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17" grpId="0" animBg="1"/>
      <p:bldP spid="16" grpId="0" animBg="1"/>
      <p:bldP spid="92" grpId="0"/>
      <p:bldP spid="5" grpId="0" animBg="1"/>
      <p:bldP spid="8" grpId="0" animBg="1"/>
      <p:bldP spid="10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ECCB0-98C8-4A62-708F-A7432C69B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B3A372AF-D499-6018-65E7-5082990DB912}"/>
              </a:ext>
            </a:extLst>
          </p:cNvPr>
          <p:cNvSpPr/>
          <p:nvPr/>
        </p:nvSpPr>
        <p:spPr>
          <a:xfrm>
            <a:off x="-21672" y="-13156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B1E0AD7C-DCAB-B534-7C49-4AC5D82EA773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Zustandsautomat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BDA01B6-9235-8FC8-5E08-90740DC87DDF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0E528396-4E09-CA39-D902-AE4E7E5155A2}"/>
              </a:ext>
            </a:extLst>
          </p:cNvPr>
          <p:cNvCxnSpPr>
            <a:cxnSpLocks/>
          </p:cNvCxnSpPr>
          <p:nvPr/>
        </p:nvCxnSpPr>
        <p:spPr>
          <a:xfrm>
            <a:off x="6911541" y="1369543"/>
            <a:ext cx="0" cy="4634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7BF7628E-75AA-1A9D-01CE-9808263182FC}"/>
              </a:ext>
            </a:extLst>
          </p:cNvPr>
          <p:cNvSpPr txBox="1"/>
          <p:nvPr/>
        </p:nvSpPr>
        <p:spPr>
          <a:xfrm>
            <a:off x="7125895" y="2111872"/>
            <a:ext cx="472762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 err="1"/>
              <a:t>Mealy</a:t>
            </a:r>
            <a:r>
              <a:rPr lang="de-DE" dirty="0"/>
              <a:t>-Automat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Ein Startzustand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Zwei Endzustände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Zeitsynchronisierung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In den Zuständen NTP, PTP und Check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NTP, PTP nicht als direktes Protokoll implementiert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Nur Calc hat Echtzeitanforderungen</a:t>
            </a:r>
          </a:p>
          <a:p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996E151-6583-5340-25D3-3C9B95823588}"/>
              </a:ext>
            </a:extLst>
          </p:cNvPr>
          <p:cNvGrpSpPr/>
          <p:nvPr/>
        </p:nvGrpSpPr>
        <p:grpSpPr>
          <a:xfrm>
            <a:off x="357838" y="1598873"/>
            <a:ext cx="551480" cy="547464"/>
            <a:chOff x="357838" y="1521968"/>
            <a:chExt cx="551480" cy="547464"/>
          </a:xfrm>
        </p:grpSpPr>
        <p:sp>
          <p:nvSpPr>
            <p:cNvPr id="10" name="Kreis: nicht ausgefüllt 9">
              <a:extLst>
                <a:ext uri="{FF2B5EF4-FFF2-40B4-BE49-F238E27FC236}">
                  <a16:creationId xmlns:a16="http://schemas.microsoft.com/office/drawing/2014/main" id="{CD96FFFC-B6F6-BA2A-72B5-21ED5EA5E77E}"/>
                </a:ext>
              </a:extLst>
            </p:cNvPr>
            <p:cNvSpPr/>
            <p:nvPr/>
          </p:nvSpPr>
          <p:spPr>
            <a:xfrm>
              <a:off x="357838" y="1521968"/>
              <a:ext cx="551480" cy="547464"/>
            </a:xfrm>
            <a:prstGeom prst="donut">
              <a:avLst>
                <a:gd name="adj" fmla="val 926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6083850-26F4-162A-748A-174DB046586A}"/>
                </a:ext>
              </a:extLst>
            </p:cNvPr>
            <p:cNvSpPr txBox="1"/>
            <p:nvPr/>
          </p:nvSpPr>
          <p:spPr>
            <a:xfrm>
              <a:off x="407394" y="1657198"/>
              <a:ext cx="4523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b="1" dirty="0"/>
                <a:t>End</a:t>
              </a:r>
              <a:endParaRPr lang="de-DE" b="1" dirty="0"/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6E2B773F-3596-1C9F-1C71-E646CD9B0BB7}"/>
              </a:ext>
            </a:extLst>
          </p:cNvPr>
          <p:cNvGrpSpPr/>
          <p:nvPr/>
        </p:nvGrpSpPr>
        <p:grpSpPr>
          <a:xfrm>
            <a:off x="3792045" y="4013525"/>
            <a:ext cx="551480" cy="547464"/>
            <a:chOff x="357838" y="1521968"/>
            <a:chExt cx="551480" cy="547464"/>
          </a:xfrm>
        </p:grpSpPr>
        <p:sp>
          <p:nvSpPr>
            <p:cNvPr id="19" name="Kreis: nicht ausgefüllt 18">
              <a:extLst>
                <a:ext uri="{FF2B5EF4-FFF2-40B4-BE49-F238E27FC236}">
                  <a16:creationId xmlns:a16="http://schemas.microsoft.com/office/drawing/2014/main" id="{29655C0C-D667-62FC-9D13-978BA34BD555}"/>
                </a:ext>
              </a:extLst>
            </p:cNvPr>
            <p:cNvSpPr/>
            <p:nvPr/>
          </p:nvSpPr>
          <p:spPr>
            <a:xfrm>
              <a:off x="357838" y="1521968"/>
              <a:ext cx="551480" cy="547464"/>
            </a:xfrm>
            <a:prstGeom prst="donut">
              <a:avLst>
                <a:gd name="adj" fmla="val 926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985F8CCB-958B-6A57-3AB6-7B1D1225FB1F}"/>
                </a:ext>
              </a:extLst>
            </p:cNvPr>
            <p:cNvSpPr txBox="1"/>
            <p:nvPr/>
          </p:nvSpPr>
          <p:spPr>
            <a:xfrm>
              <a:off x="371327" y="1657201"/>
              <a:ext cx="5275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b="1" dirty="0"/>
                <a:t>Error</a:t>
              </a:r>
              <a:endParaRPr lang="de-DE" b="1" dirty="0"/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C1E2A7CE-A04B-FF0A-84A5-A07002B50639}"/>
              </a:ext>
            </a:extLst>
          </p:cNvPr>
          <p:cNvGrpSpPr/>
          <p:nvPr/>
        </p:nvGrpSpPr>
        <p:grpSpPr>
          <a:xfrm>
            <a:off x="2112120" y="1598870"/>
            <a:ext cx="595035" cy="547464"/>
            <a:chOff x="344349" y="1521968"/>
            <a:chExt cx="595035" cy="547464"/>
          </a:xfrm>
        </p:grpSpPr>
        <p:sp>
          <p:nvSpPr>
            <p:cNvPr id="22" name="Kreis: nicht ausgefüllt 21">
              <a:extLst>
                <a:ext uri="{FF2B5EF4-FFF2-40B4-BE49-F238E27FC236}">
                  <a16:creationId xmlns:a16="http://schemas.microsoft.com/office/drawing/2014/main" id="{D7A68BB8-BED3-9CE6-3983-B93C412A10A7}"/>
                </a:ext>
              </a:extLst>
            </p:cNvPr>
            <p:cNvSpPr/>
            <p:nvPr/>
          </p:nvSpPr>
          <p:spPr>
            <a:xfrm>
              <a:off x="357838" y="1521968"/>
              <a:ext cx="551480" cy="547464"/>
            </a:xfrm>
            <a:prstGeom prst="donut">
              <a:avLst>
                <a:gd name="adj" fmla="val 926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B69EF3A4-08C8-F574-5468-C8E6338E3C84}"/>
                </a:ext>
              </a:extLst>
            </p:cNvPr>
            <p:cNvSpPr txBox="1"/>
            <p:nvPr/>
          </p:nvSpPr>
          <p:spPr>
            <a:xfrm>
              <a:off x="344349" y="1657200"/>
              <a:ext cx="5950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b="1" dirty="0"/>
                <a:t>Setup</a:t>
              </a:r>
              <a:endParaRPr lang="de-DE" b="1" dirty="0"/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2EDA453-D1C8-2A05-7A44-779BE36FBAAF}"/>
              </a:ext>
            </a:extLst>
          </p:cNvPr>
          <p:cNvGrpSpPr/>
          <p:nvPr/>
        </p:nvGrpSpPr>
        <p:grpSpPr>
          <a:xfrm>
            <a:off x="2123550" y="2812174"/>
            <a:ext cx="551480" cy="547464"/>
            <a:chOff x="357838" y="1521968"/>
            <a:chExt cx="551480" cy="547464"/>
          </a:xfrm>
        </p:grpSpPr>
        <p:sp>
          <p:nvSpPr>
            <p:cNvPr id="25" name="Kreis: nicht ausgefüllt 24">
              <a:extLst>
                <a:ext uri="{FF2B5EF4-FFF2-40B4-BE49-F238E27FC236}">
                  <a16:creationId xmlns:a16="http://schemas.microsoft.com/office/drawing/2014/main" id="{C26469C0-3FDF-CCD0-B1C5-C468675939A1}"/>
                </a:ext>
              </a:extLst>
            </p:cNvPr>
            <p:cNvSpPr/>
            <p:nvPr/>
          </p:nvSpPr>
          <p:spPr>
            <a:xfrm>
              <a:off x="357838" y="1521968"/>
              <a:ext cx="551480" cy="547464"/>
            </a:xfrm>
            <a:prstGeom prst="donut">
              <a:avLst>
                <a:gd name="adj" fmla="val 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D47301F4-FF17-37C2-06FE-4CDDFA8149F0}"/>
                </a:ext>
              </a:extLst>
            </p:cNvPr>
            <p:cNvSpPr txBox="1"/>
            <p:nvPr/>
          </p:nvSpPr>
          <p:spPr>
            <a:xfrm>
              <a:off x="370653" y="1657198"/>
              <a:ext cx="5258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b="1" dirty="0"/>
                <a:t>Start</a:t>
              </a:r>
              <a:endParaRPr lang="de-DE" b="1" dirty="0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56C5A6C2-CB23-6673-A145-8410110F7764}"/>
              </a:ext>
            </a:extLst>
          </p:cNvPr>
          <p:cNvGrpSpPr/>
          <p:nvPr/>
        </p:nvGrpSpPr>
        <p:grpSpPr>
          <a:xfrm>
            <a:off x="3785326" y="2812175"/>
            <a:ext cx="551480" cy="547464"/>
            <a:chOff x="357838" y="1521968"/>
            <a:chExt cx="551480" cy="547464"/>
          </a:xfrm>
        </p:grpSpPr>
        <p:sp>
          <p:nvSpPr>
            <p:cNvPr id="29" name="Kreis: nicht ausgefüllt 28">
              <a:extLst>
                <a:ext uri="{FF2B5EF4-FFF2-40B4-BE49-F238E27FC236}">
                  <a16:creationId xmlns:a16="http://schemas.microsoft.com/office/drawing/2014/main" id="{70E9FCB8-FA46-31F6-9CA2-2ACE54AEF460}"/>
                </a:ext>
              </a:extLst>
            </p:cNvPr>
            <p:cNvSpPr/>
            <p:nvPr/>
          </p:nvSpPr>
          <p:spPr>
            <a:xfrm>
              <a:off x="357838" y="1521968"/>
              <a:ext cx="551480" cy="547464"/>
            </a:xfrm>
            <a:prstGeom prst="donut">
              <a:avLst>
                <a:gd name="adj" fmla="val 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77ADD579-DA16-466D-CBEA-D4E26D16E2F0}"/>
                </a:ext>
              </a:extLst>
            </p:cNvPr>
            <p:cNvSpPr txBox="1"/>
            <p:nvPr/>
          </p:nvSpPr>
          <p:spPr>
            <a:xfrm>
              <a:off x="400181" y="1657200"/>
              <a:ext cx="4667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b="1" dirty="0"/>
                <a:t>NTP</a:t>
              </a:r>
              <a:endParaRPr lang="de-DE" b="1" dirty="0"/>
            </a:p>
          </p:txBody>
        </p: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40A90000-47F1-3F29-D57C-770C5F45C821}"/>
              </a:ext>
            </a:extLst>
          </p:cNvPr>
          <p:cNvGrpSpPr/>
          <p:nvPr/>
        </p:nvGrpSpPr>
        <p:grpSpPr>
          <a:xfrm>
            <a:off x="5490013" y="4013525"/>
            <a:ext cx="551480" cy="547464"/>
            <a:chOff x="357838" y="1521968"/>
            <a:chExt cx="551480" cy="547464"/>
          </a:xfrm>
        </p:grpSpPr>
        <p:sp>
          <p:nvSpPr>
            <p:cNvPr id="32" name="Kreis: nicht ausgefüllt 31">
              <a:extLst>
                <a:ext uri="{FF2B5EF4-FFF2-40B4-BE49-F238E27FC236}">
                  <a16:creationId xmlns:a16="http://schemas.microsoft.com/office/drawing/2014/main" id="{B67649D7-E980-1659-8AE1-23D5FD17B797}"/>
                </a:ext>
              </a:extLst>
            </p:cNvPr>
            <p:cNvSpPr/>
            <p:nvPr/>
          </p:nvSpPr>
          <p:spPr>
            <a:xfrm>
              <a:off x="357838" y="1521968"/>
              <a:ext cx="551480" cy="547464"/>
            </a:xfrm>
            <a:prstGeom prst="donut">
              <a:avLst>
                <a:gd name="adj" fmla="val 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72BF432C-4DFE-FA97-61C2-0D86F2015AB1}"/>
                </a:ext>
              </a:extLst>
            </p:cNvPr>
            <p:cNvSpPr txBox="1"/>
            <p:nvPr/>
          </p:nvSpPr>
          <p:spPr>
            <a:xfrm>
              <a:off x="400181" y="1657200"/>
              <a:ext cx="4477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b="1" dirty="0"/>
                <a:t>PTP</a:t>
              </a:r>
              <a:endParaRPr lang="de-DE" b="1" dirty="0"/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CB47B7F-8CBF-2590-62BC-80E6A20E87B9}"/>
              </a:ext>
            </a:extLst>
          </p:cNvPr>
          <p:cNvGrpSpPr/>
          <p:nvPr/>
        </p:nvGrpSpPr>
        <p:grpSpPr>
          <a:xfrm>
            <a:off x="3752910" y="5214877"/>
            <a:ext cx="635110" cy="547464"/>
            <a:chOff x="316023" y="1521968"/>
            <a:chExt cx="635110" cy="547464"/>
          </a:xfrm>
        </p:grpSpPr>
        <p:sp>
          <p:nvSpPr>
            <p:cNvPr id="35" name="Kreis: nicht ausgefüllt 34">
              <a:extLst>
                <a:ext uri="{FF2B5EF4-FFF2-40B4-BE49-F238E27FC236}">
                  <a16:creationId xmlns:a16="http://schemas.microsoft.com/office/drawing/2014/main" id="{5AD5C152-5278-58DA-40F4-374D8142634B}"/>
                </a:ext>
              </a:extLst>
            </p:cNvPr>
            <p:cNvSpPr/>
            <p:nvPr/>
          </p:nvSpPr>
          <p:spPr>
            <a:xfrm>
              <a:off x="357838" y="1521968"/>
              <a:ext cx="551480" cy="547464"/>
            </a:xfrm>
            <a:prstGeom prst="donut">
              <a:avLst>
                <a:gd name="adj" fmla="val 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1C8BAED4-3E31-EDBB-E478-E7039668500E}"/>
                </a:ext>
              </a:extLst>
            </p:cNvPr>
            <p:cNvSpPr txBox="1"/>
            <p:nvPr/>
          </p:nvSpPr>
          <p:spPr>
            <a:xfrm>
              <a:off x="316023" y="1657200"/>
              <a:ext cx="6351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b="1" dirty="0"/>
                <a:t>Check</a:t>
              </a:r>
              <a:endParaRPr lang="de-DE" b="1" dirty="0"/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553259BE-7CDA-DC32-8A7A-736E6332A5B1}"/>
              </a:ext>
            </a:extLst>
          </p:cNvPr>
          <p:cNvGrpSpPr/>
          <p:nvPr/>
        </p:nvGrpSpPr>
        <p:grpSpPr>
          <a:xfrm>
            <a:off x="357838" y="2808758"/>
            <a:ext cx="551480" cy="547464"/>
            <a:chOff x="357838" y="1521968"/>
            <a:chExt cx="551480" cy="547464"/>
          </a:xfrm>
        </p:grpSpPr>
        <p:sp>
          <p:nvSpPr>
            <p:cNvPr id="38" name="Kreis: nicht ausgefüllt 37">
              <a:extLst>
                <a:ext uri="{FF2B5EF4-FFF2-40B4-BE49-F238E27FC236}">
                  <a16:creationId xmlns:a16="http://schemas.microsoft.com/office/drawing/2014/main" id="{011CDD49-B36D-34AF-43E4-4861A8939C3C}"/>
                </a:ext>
              </a:extLst>
            </p:cNvPr>
            <p:cNvSpPr/>
            <p:nvPr/>
          </p:nvSpPr>
          <p:spPr>
            <a:xfrm>
              <a:off x="357838" y="1521968"/>
              <a:ext cx="551480" cy="547464"/>
            </a:xfrm>
            <a:prstGeom prst="donut">
              <a:avLst>
                <a:gd name="adj" fmla="val 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24EC3E1A-018D-FA4E-7204-7AA387977C98}"/>
                </a:ext>
              </a:extLst>
            </p:cNvPr>
            <p:cNvSpPr txBox="1"/>
            <p:nvPr/>
          </p:nvSpPr>
          <p:spPr>
            <a:xfrm>
              <a:off x="379341" y="1657200"/>
              <a:ext cx="5193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b="1" dirty="0"/>
                <a:t>Save</a:t>
              </a:r>
              <a:endParaRPr lang="de-DE" b="1" dirty="0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B0CB5ED8-8B58-3833-6A86-A3888A5DC682}"/>
              </a:ext>
            </a:extLst>
          </p:cNvPr>
          <p:cNvGrpSpPr/>
          <p:nvPr/>
        </p:nvGrpSpPr>
        <p:grpSpPr>
          <a:xfrm>
            <a:off x="2075899" y="4010110"/>
            <a:ext cx="551480" cy="547464"/>
            <a:chOff x="357838" y="1521968"/>
            <a:chExt cx="551480" cy="547464"/>
          </a:xfrm>
        </p:grpSpPr>
        <p:sp>
          <p:nvSpPr>
            <p:cNvPr id="41" name="Kreis: nicht ausgefüllt 40">
              <a:extLst>
                <a:ext uri="{FF2B5EF4-FFF2-40B4-BE49-F238E27FC236}">
                  <a16:creationId xmlns:a16="http://schemas.microsoft.com/office/drawing/2014/main" id="{818CE5CC-2404-B1D7-83CE-A3458DCC98B9}"/>
                </a:ext>
              </a:extLst>
            </p:cNvPr>
            <p:cNvSpPr/>
            <p:nvPr/>
          </p:nvSpPr>
          <p:spPr>
            <a:xfrm>
              <a:off x="357838" y="1521968"/>
              <a:ext cx="551480" cy="547464"/>
            </a:xfrm>
            <a:prstGeom prst="donut">
              <a:avLst>
                <a:gd name="adj" fmla="val 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11EC4E81-B833-CC4C-6685-7DA2CCF20787}"/>
                </a:ext>
              </a:extLst>
            </p:cNvPr>
            <p:cNvSpPr txBox="1"/>
            <p:nvPr/>
          </p:nvSpPr>
          <p:spPr>
            <a:xfrm>
              <a:off x="379341" y="1657200"/>
              <a:ext cx="5084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b="1" dirty="0"/>
                <a:t>Calc</a:t>
              </a:r>
              <a:endParaRPr lang="de-DE" b="1" dirty="0"/>
            </a:p>
          </p:txBody>
        </p:sp>
      </p:grp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929CDF4B-BF94-B79A-F2B9-D09A19481A7B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 flipH="1">
            <a:off x="2399290" y="2146334"/>
            <a:ext cx="2059" cy="665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40F934CE-0D94-D144-9087-CA55833D5761}"/>
              </a:ext>
            </a:extLst>
          </p:cNvPr>
          <p:cNvCxnSpPr>
            <a:cxnSpLocks/>
            <a:stCxn id="25" idx="6"/>
            <a:endCxn id="29" idx="2"/>
          </p:cNvCxnSpPr>
          <p:nvPr/>
        </p:nvCxnSpPr>
        <p:spPr>
          <a:xfrm>
            <a:off x="2675030" y="3085906"/>
            <a:ext cx="111029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ABA47064-B735-251B-864C-37B24F214C26}"/>
              </a:ext>
            </a:extLst>
          </p:cNvPr>
          <p:cNvCxnSpPr>
            <a:cxnSpLocks/>
            <a:stCxn id="29" idx="4"/>
            <a:endCxn id="19" idx="0"/>
          </p:cNvCxnSpPr>
          <p:nvPr/>
        </p:nvCxnSpPr>
        <p:spPr>
          <a:xfrm>
            <a:off x="4061066" y="3359639"/>
            <a:ext cx="6719" cy="653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23ED8848-BDC8-8187-543D-711AD5CA5858}"/>
              </a:ext>
            </a:extLst>
          </p:cNvPr>
          <p:cNvCxnSpPr>
            <a:cxnSpLocks/>
            <a:stCxn id="32" idx="2"/>
            <a:endCxn id="19" idx="6"/>
          </p:cNvCxnSpPr>
          <p:nvPr/>
        </p:nvCxnSpPr>
        <p:spPr>
          <a:xfrm flipH="1">
            <a:off x="4343525" y="4287257"/>
            <a:ext cx="11464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Verbinder: gewinkelt 79">
            <a:extLst>
              <a:ext uri="{FF2B5EF4-FFF2-40B4-BE49-F238E27FC236}">
                <a16:creationId xmlns:a16="http://schemas.microsoft.com/office/drawing/2014/main" id="{FDE5DC4E-D64B-6498-07E6-D90A90F65DBD}"/>
              </a:ext>
            </a:extLst>
          </p:cNvPr>
          <p:cNvCxnSpPr>
            <a:stCxn id="32" idx="6"/>
            <a:endCxn id="29" idx="6"/>
          </p:cNvCxnSpPr>
          <p:nvPr/>
        </p:nvCxnSpPr>
        <p:spPr>
          <a:xfrm flipH="1" flipV="1">
            <a:off x="4336806" y="3085907"/>
            <a:ext cx="1704687" cy="1201350"/>
          </a:xfrm>
          <a:prstGeom prst="bentConnector3">
            <a:avLst>
              <a:gd name="adj1" fmla="val -1341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Verbinder: gewinkelt 81">
            <a:extLst>
              <a:ext uri="{FF2B5EF4-FFF2-40B4-BE49-F238E27FC236}">
                <a16:creationId xmlns:a16="http://schemas.microsoft.com/office/drawing/2014/main" id="{4AF62B86-A22F-AE45-8761-111F3DAC0F30}"/>
              </a:ext>
            </a:extLst>
          </p:cNvPr>
          <p:cNvCxnSpPr>
            <a:cxnSpLocks/>
            <a:stCxn id="36" idx="3"/>
            <a:endCxn id="32" idx="4"/>
          </p:cNvCxnSpPr>
          <p:nvPr/>
        </p:nvCxnSpPr>
        <p:spPr>
          <a:xfrm flipV="1">
            <a:off x="4388020" y="4560989"/>
            <a:ext cx="1377733" cy="9276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CED47567-C9C8-4912-7FEA-249536DC3B0B}"/>
              </a:ext>
            </a:extLst>
          </p:cNvPr>
          <p:cNvCxnSpPr>
            <a:cxnSpLocks/>
            <a:stCxn id="32" idx="3"/>
            <a:endCxn id="35" idx="7"/>
          </p:cNvCxnSpPr>
          <p:nvPr/>
        </p:nvCxnSpPr>
        <p:spPr>
          <a:xfrm flipH="1">
            <a:off x="4265443" y="4480815"/>
            <a:ext cx="1305332" cy="8142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E1B92FFD-C948-2F4F-D5F6-9773AD2F93C6}"/>
              </a:ext>
            </a:extLst>
          </p:cNvPr>
          <p:cNvCxnSpPr>
            <a:cxnSpLocks/>
            <a:stCxn id="35" idx="0"/>
            <a:endCxn id="19" idx="4"/>
          </p:cNvCxnSpPr>
          <p:nvPr/>
        </p:nvCxnSpPr>
        <p:spPr>
          <a:xfrm flipH="1" flipV="1">
            <a:off x="4067785" y="4560989"/>
            <a:ext cx="2680" cy="653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Verbinder: gewinkelt 103">
            <a:extLst>
              <a:ext uri="{FF2B5EF4-FFF2-40B4-BE49-F238E27FC236}">
                <a16:creationId xmlns:a16="http://schemas.microsoft.com/office/drawing/2014/main" id="{CE9E8B50-375A-B6C0-34C9-5985F369F11E}"/>
              </a:ext>
            </a:extLst>
          </p:cNvPr>
          <p:cNvCxnSpPr>
            <a:cxnSpLocks/>
            <a:stCxn id="36" idx="1"/>
          </p:cNvCxnSpPr>
          <p:nvPr/>
        </p:nvCxnSpPr>
        <p:spPr>
          <a:xfrm rot="10800000">
            <a:off x="2349972" y="4550741"/>
            <a:ext cx="1402939" cy="937869"/>
          </a:xfrm>
          <a:prstGeom prst="bentConnector3">
            <a:avLst>
              <a:gd name="adj1" fmla="val 10015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5653DCBD-4466-4696-936F-E55D510F9E34}"/>
              </a:ext>
            </a:extLst>
          </p:cNvPr>
          <p:cNvCxnSpPr>
            <a:cxnSpLocks/>
            <a:stCxn id="41" idx="6"/>
            <a:endCxn id="19" idx="2"/>
          </p:cNvCxnSpPr>
          <p:nvPr/>
        </p:nvCxnSpPr>
        <p:spPr>
          <a:xfrm>
            <a:off x="2627379" y="4283842"/>
            <a:ext cx="1164666" cy="3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7DC49DDA-0234-C508-8F1F-A9F9397C7B16}"/>
              </a:ext>
            </a:extLst>
          </p:cNvPr>
          <p:cNvCxnSpPr>
            <a:cxnSpLocks/>
            <a:stCxn id="38" idx="0"/>
            <a:endCxn id="10" idx="4"/>
          </p:cNvCxnSpPr>
          <p:nvPr/>
        </p:nvCxnSpPr>
        <p:spPr>
          <a:xfrm flipV="1">
            <a:off x="633578" y="2146337"/>
            <a:ext cx="0" cy="662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Gerade Verbindung mit Pfeil 135">
            <a:extLst>
              <a:ext uri="{FF2B5EF4-FFF2-40B4-BE49-F238E27FC236}">
                <a16:creationId xmlns:a16="http://schemas.microsoft.com/office/drawing/2014/main" id="{8206621F-FC3D-39FC-5161-25157CAA6F73}"/>
              </a:ext>
            </a:extLst>
          </p:cNvPr>
          <p:cNvCxnSpPr>
            <a:cxnSpLocks/>
            <a:stCxn id="39" idx="3"/>
            <a:endCxn id="26" idx="1"/>
          </p:cNvCxnSpPr>
          <p:nvPr/>
        </p:nvCxnSpPr>
        <p:spPr>
          <a:xfrm>
            <a:off x="898650" y="3082490"/>
            <a:ext cx="1237715" cy="3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Verbinder: gewinkelt 146">
            <a:extLst>
              <a:ext uri="{FF2B5EF4-FFF2-40B4-BE49-F238E27FC236}">
                <a16:creationId xmlns:a16="http://schemas.microsoft.com/office/drawing/2014/main" id="{7AD2788F-950E-BF2E-DA05-69C0A155943E}"/>
              </a:ext>
            </a:extLst>
          </p:cNvPr>
          <p:cNvCxnSpPr>
            <a:cxnSpLocks/>
            <a:stCxn id="41" idx="2"/>
            <a:endCxn id="38" idx="4"/>
          </p:cNvCxnSpPr>
          <p:nvPr/>
        </p:nvCxnSpPr>
        <p:spPr>
          <a:xfrm rot="10800000">
            <a:off x="633579" y="3356222"/>
            <a:ext cx="1442321" cy="9276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Gerade Verbindung mit Pfeil 150">
            <a:extLst>
              <a:ext uri="{FF2B5EF4-FFF2-40B4-BE49-F238E27FC236}">
                <a16:creationId xmlns:a16="http://schemas.microsoft.com/office/drawing/2014/main" id="{670382C0-BD47-0E03-53FC-D78906BAC029}"/>
              </a:ext>
            </a:extLst>
          </p:cNvPr>
          <p:cNvCxnSpPr>
            <a:cxnSpLocks/>
            <a:stCxn id="29" idx="5"/>
            <a:endCxn id="32" idx="1"/>
          </p:cNvCxnSpPr>
          <p:nvPr/>
        </p:nvCxnSpPr>
        <p:spPr>
          <a:xfrm>
            <a:off x="4256044" y="3279465"/>
            <a:ext cx="1314731" cy="814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" name="Textfeld 153">
            <a:extLst>
              <a:ext uri="{FF2B5EF4-FFF2-40B4-BE49-F238E27FC236}">
                <a16:creationId xmlns:a16="http://schemas.microsoft.com/office/drawing/2014/main" id="{CFAFFDC7-A5C4-5819-9D98-81282F53C354}"/>
              </a:ext>
            </a:extLst>
          </p:cNvPr>
          <p:cNvSpPr txBox="1"/>
          <p:nvPr/>
        </p:nvSpPr>
        <p:spPr>
          <a:xfrm>
            <a:off x="1637371" y="2327426"/>
            <a:ext cx="157094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1200" dirty="0"/>
              <a:t>Warte auf Startsignal</a:t>
            </a:r>
          </a:p>
        </p:txBody>
      </p:sp>
      <p:sp>
        <p:nvSpPr>
          <p:cNvPr id="155" name="Textfeld 154">
            <a:extLst>
              <a:ext uri="{FF2B5EF4-FFF2-40B4-BE49-F238E27FC236}">
                <a16:creationId xmlns:a16="http://schemas.microsoft.com/office/drawing/2014/main" id="{C57C2953-7FCB-CCA6-2018-F51358894444}"/>
              </a:ext>
            </a:extLst>
          </p:cNvPr>
          <p:cNvSpPr txBox="1"/>
          <p:nvPr/>
        </p:nvSpPr>
        <p:spPr>
          <a:xfrm>
            <a:off x="2834786" y="2863089"/>
            <a:ext cx="67480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1200" dirty="0"/>
              <a:t>Starte </a:t>
            </a:r>
          </a:p>
          <a:p>
            <a:r>
              <a:rPr lang="de-DE" sz="1200" dirty="0" err="1"/>
              <a:t>Testrun</a:t>
            </a:r>
            <a:endParaRPr lang="de-DE" sz="1200" dirty="0"/>
          </a:p>
        </p:txBody>
      </p:sp>
      <p:sp>
        <p:nvSpPr>
          <p:cNvPr id="156" name="Textfeld 155">
            <a:extLst>
              <a:ext uri="{FF2B5EF4-FFF2-40B4-BE49-F238E27FC236}">
                <a16:creationId xmlns:a16="http://schemas.microsoft.com/office/drawing/2014/main" id="{E680DB1C-E955-67B3-04BA-E6176F9D28D1}"/>
              </a:ext>
            </a:extLst>
          </p:cNvPr>
          <p:cNvSpPr txBox="1"/>
          <p:nvPr/>
        </p:nvSpPr>
        <p:spPr>
          <a:xfrm>
            <a:off x="3766420" y="3528629"/>
            <a:ext cx="60272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1200" dirty="0"/>
              <a:t>Fehler</a:t>
            </a:r>
          </a:p>
        </p:txBody>
      </p:sp>
      <p:sp>
        <p:nvSpPr>
          <p:cNvPr id="157" name="Textfeld 156">
            <a:extLst>
              <a:ext uri="{FF2B5EF4-FFF2-40B4-BE49-F238E27FC236}">
                <a16:creationId xmlns:a16="http://schemas.microsoft.com/office/drawing/2014/main" id="{8E576013-C121-2561-8463-C0BF0F567549}"/>
              </a:ext>
            </a:extLst>
          </p:cNvPr>
          <p:cNvSpPr txBox="1"/>
          <p:nvPr/>
        </p:nvSpPr>
        <p:spPr>
          <a:xfrm>
            <a:off x="4592673" y="4136353"/>
            <a:ext cx="60272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1200" dirty="0"/>
              <a:t>Fehler</a:t>
            </a:r>
          </a:p>
        </p:txBody>
      </p:sp>
      <p:sp>
        <p:nvSpPr>
          <p:cNvPr id="158" name="Textfeld 157">
            <a:extLst>
              <a:ext uri="{FF2B5EF4-FFF2-40B4-BE49-F238E27FC236}">
                <a16:creationId xmlns:a16="http://schemas.microsoft.com/office/drawing/2014/main" id="{65B59656-6791-3921-3061-0DDC41C0260F}"/>
              </a:ext>
            </a:extLst>
          </p:cNvPr>
          <p:cNvSpPr txBox="1"/>
          <p:nvPr/>
        </p:nvSpPr>
        <p:spPr>
          <a:xfrm>
            <a:off x="3785291" y="4785009"/>
            <a:ext cx="60272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1200" dirty="0"/>
              <a:t>Fehler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D177F3BA-6187-DA88-2015-A9AB1EE20857}"/>
              </a:ext>
            </a:extLst>
          </p:cNvPr>
          <p:cNvSpPr txBox="1"/>
          <p:nvPr/>
        </p:nvSpPr>
        <p:spPr>
          <a:xfrm>
            <a:off x="2877494" y="4145342"/>
            <a:ext cx="60272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1200" dirty="0"/>
              <a:t>Fehler</a:t>
            </a: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B048AADE-A884-8B08-EDED-30AA49801EFB}"/>
              </a:ext>
            </a:extLst>
          </p:cNvPr>
          <p:cNvSpPr txBox="1"/>
          <p:nvPr/>
        </p:nvSpPr>
        <p:spPr>
          <a:xfrm>
            <a:off x="4522115" y="3443122"/>
            <a:ext cx="89569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Starte PTP </a:t>
            </a:r>
          </a:p>
          <a:p>
            <a:pPr algn="ctr"/>
            <a:r>
              <a:rPr lang="de-DE" sz="1200" dirty="0" err="1"/>
              <a:t>Sync</a:t>
            </a:r>
            <a:endParaRPr lang="de-DE" sz="1200" dirty="0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466ECD6F-4BE7-6CBE-4171-A1376232C97C}"/>
              </a:ext>
            </a:extLst>
          </p:cNvPr>
          <p:cNvSpPr txBox="1"/>
          <p:nvPr/>
        </p:nvSpPr>
        <p:spPr>
          <a:xfrm>
            <a:off x="5553663" y="2981457"/>
            <a:ext cx="123944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Gehe zurück zu </a:t>
            </a:r>
          </a:p>
          <a:p>
            <a:pPr algn="ctr"/>
            <a:r>
              <a:rPr lang="de-DE" sz="1200" dirty="0"/>
              <a:t>NTP </a:t>
            </a:r>
            <a:r>
              <a:rPr lang="de-DE" sz="1200" dirty="0" err="1"/>
              <a:t>Sync</a:t>
            </a:r>
            <a:endParaRPr lang="de-DE" sz="1200" dirty="0"/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A2E00713-A955-9EB3-582E-0063DAA719BB}"/>
              </a:ext>
            </a:extLst>
          </p:cNvPr>
          <p:cNvSpPr txBox="1"/>
          <p:nvPr/>
        </p:nvSpPr>
        <p:spPr>
          <a:xfrm>
            <a:off x="4431866" y="4785008"/>
            <a:ext cx="107619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Starte Check </a:t>
            </a:r>
          </a:p>
        </p:txBody>
      </p:sp>
      <p:sp>
        <p:nvSpPr>
          <p:cNvPr id="176" name="Textfeld 175">
            <a:extLst>
              <a:ext uri="{FF2B5EF4-FFF2-40B4-BE49-F238E27FC236}">
                <a16:creationId xmlns:a16="http://schemas.microsoft.com/office/drawing/2014/main" id="{C9BF619F-9157-C49D-A878-32A1CA833B4A}"/>
              </a:ext>
            </a:extLst>
          </p:cNvPr>
          <p:cNvSpPr txBox="1"/>
          <p:nvPr/>
        </p:nvSpPr>
        <p:spPr>
          <a:xfrm>
            <a:off x="5146032" y="5162177"/>
            <a:ext cx="123944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Gehe zurück zu </a:t>
            </a:r>
          </a:p>
          <a:p>
            <a:pPr algn="ctr"/>
            <a:r>
              <a:rPr lang="de-DE" sz="1200" dirty="0"/>
              <a:t>PTP </a:t>
            </a:r>
            <a:r>
              <a:rPr lang="de-DE" sz="1200" dirty="0" err="1"/>
              <a:t>Sync</a:t>
            </a:r>
            <a:endParaRPr lang="de-DE" sz="1200" dirty="0"/>
          </a:p>
        </p:txBody>
      </p:sp>
      <p:sp>
        <p:nvSpPr>
          <p:cNvPr id="177" name="Textfeld 176">
            <a:extLst>
              <a:ext uri="{FF2B5EF4-FFF2-40B4-BE49-F238E27FC236}">
                <a16:creationId xmlns:a16="http://schemas.microsoft.com/office/drawing/2014/main" id="{039EDD10-3D0D-6F32-A01B-6227FE028EA5}"/>
              </a:ext>
            </a:extLst>
          </p:cNvPr>
          <p:cNvSpPr txBox="1"/>
          <p:nvPr/>
        </p:nvSpPr>
        <p:spPr>
          <a:xfrm>
            <a:off x="1898184" y="5242930"/>
            <a:ext cx="93660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Beginne </a:t>
            </a:r>
          </a:p>
          <a:p>
            <a:pPr algn="ctr"/>
            <a:r>
              <a:rPr lang="de-DE" sz="1200" dirty="0"/>
              <a:t>Applikation</a:t>
            </a:r>
          </a:p>
        </p:txBody>
      </p:sp>
      <p:sp>
        <p:nvSpPr>
          <p:cNvPr id="178" name="Textfeld 177">
            <a:extLst>
              <a:ext uri="{FF2B5EF4-FFF2-40B4-BE49-F238E27FC236}">
                <a16:creationId xmlns:a16="http://schemas.microsoft.com/office/drawing/2014/main" id="{20DCA1E5-0AAF-4FFF-457A-CEBCB0EBCBE0}"/>
              </a:ext>
            </a:extLst>
          </p:cNvPr>
          <p:cNvSpPr txBox="1"/>
          <p:nvPr/>
        </p:nvSpPr>
        <p:spPr>
          <a:xfrm>
            <a:off x="233433" y="4039809"/>
            <a:ext cx="92153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Speichere </a:t>
            </a:r>
          </a:p>
          <a:p>
            <a:pPr algn="ctr"/>
            <a:r>
              <a:rPr lang="de-DE" sz="1200" dirty="0"/>
              <a:t>Messdaten</a:t>
            </a:r>
          </a:p>
        </p:txBody>
      </p:sp>
      <p:sp>
        <p:nvSpPr>
          <p:cNvPr id="179" name="Textfeld 178">
            <a:extLst>
              <a:ext uri="{FF2B5EF4-FFF2-40B4-BE49-F238E27FC236}">
                <a16:creationId xmlns:a16="http://schemas.microsoft.com/office/drawing/2014/main" id="{6DD5FE1A-C95E-7C08-9D5F-F3FE75A1456F}"/>
              </a:ext>
            </a:extLst>
          </p:cNvPr>
          <p:cNvSpPr txBox="1"/>
          <p:nvPr/>
        </p:nvSpPr>
        <p:spPr>
          <a:xfrm>
            <a:off x="1154967" y="2862241"/>
            <a:ext cx="67480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Neuer </a:t>
            </a:r>
          </a:p>
          <a:p>
            <a:pPr algn="ctr"/>
            <a:r>
              <a:rPr lang="de-DE" sz="1200" dirty="0" err="1"/>
              <a:t>Testrun</a:t>
            </a:r>
            <a:endParaRPr lang="de-DE" sz="1200" dirty="0"/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C108A142-8A55-73E2-1EB4-51D46D702B15}"/>
              </a:ext>
            </a:extLst>
          </p:cNvPr>
          <p:cNvSpPr txBox="1"/>
          <p:nvPr/>
        </p:nvSpPr>
        <p:spPr>
          <a:xfrm>
            <a:off x="204515" y="2304191"/>
            <a:ext cx="93096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Erfolgreich </a:t>
            </a:r>
          </a:p>
          <a:p>
            <a:pPr algn="ctr"/>
            <a:r>
              <a:rPr lang="de-DE" sz="1200" dirty="0"/>
              <a:t>terminiert</a:t>
            </a:r>
          </a:p>
        </p:txBody>
      </p:sp>
      <p:sp>
        <p:nvSpPr>
          <p:cNvPr id="183" name="Fußzeilenplatzhalter 182">
            <a:extLst>
              <a:ext uri="{FF2B5EF4-FFF2-40B4-BE49-F238E27FC236}">
                <a16:creationId xmlns:a16="http://schemas.microsoft.com/office/drawing/2014/main" id="{1E10E4C2-E430-571B-D663-1A538ACE5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184" name="Foliennummernplatzhalter 183">
            <a:extLst>
              <a:ext uri="{FF2B5EF4-FFF2-40B4-BE49-F238E27FC236}">
                <a16:creationId xmlns:a16="http://schemas.microsoft.com/office/drawing/2014/main" id="{9B4331D8-A063-0C3B-FED5-7CE73E840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8810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5A23F-F50B-132E-D910-640C65FE3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hteck 63">
            <a:extLst>
              <a:ext uri="{FF2B5EF4-FFF2-40B4-BE49-F238E27FC236}">
                <a16:creationId xmlns:a16="http://schemas.microsoft.com/office/drawing/2014/main" id="{4298BE83-E6E0-BBC6-B49C-B53E2BE43AEE}"/>
              </a:ext>
            </a:extLst>
          </p:cNvPr>
          <p:cNvSpPr/>
          <p:nvPr/>
        </p:nvSpPr>
        <p:spPr>
          <a:xfrm>
            <a:off x="262071" y="3726043"/>
            <a:ext cx="2760880" cy="25118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D34BDB6E-C25E-D31E-5150-5DEB288B2A5C}"/>
              </a:ext>
            </a:extLst>
          </p:cNvPr>
          <p:cNvSpPr/>
          <p:nvPr/>
        </p:nvSpPr>
        <p:spPr>
          <a:xfrm>
            <a:off x="227613" y="1159210"/>
            <a:ext cx="6013417" cy="21616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E19F82B4-FF5B-98C4-1F97-A3B4A9352172}"/>
              </a:ext>
            </a:extLst>
          </p:cNvPr>
          <p:cNvCxnSpPr>
            <a:cxnSpLocks/>
          </p:cNvCxnSpPr>
          <p:nvPr/>
        </p:nvCxnSpPr>
        <p:spPr>
          <a:xfrm flipH="1">
            <a:off x="3719814" y="2184294"/>
            <a:ext cx="222" cy="53638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21CB1708-132F-2B9D-DF2D-7B7E344E19B6}"/>
              </a:ext>
            </a:extLst>
          </p:cNvPr>
          <p:cNvCxnSpPr>
            <a:cxnSpLocks/>
          </p:cNvCxnSpPr>
          <p:nvPr/>
        </p:nvCxnSpPr>
        <p:spPr>
          <a:xfrm flipH="1">
            <a:off x="3194875" y="2177627"/>
            <a:ext cx="222" cy="53638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04A28584-27D3-0F41-E877-4B4B703B6D5E}"/>
              </a:ext>
            </a:extLst>
          </p:cNvPr>
          <p:cNvCxnSpPr>
            <a:cxnSpLocks/>
          </p:cNvCxnSpPr>
          <p:nvPr/>
        </p:nvCxnSpPr>
        <p:spPr>
          <a:xfrm flipH="1">
            <a:off x="2679669" y="2182389"/>
            <a:ext cx="222" cy="53638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714B605E-1C9A-E377-F0C3-3BE5C22331C7}"/>
              </a:ext>
            </a:extLst>
          </p:cNvPr>
          <p:cNvCxnSpPr>
            <a:cxnSpLocks/>
          </p:cNvCxnSpPr>
          <p:nvPr/>
        </p:nvCxnSpPr>
        <p:spPr>
          <a:xfrm flipH="1">
            <a:off x="2154367" y="2179531"/>
            <a:ext cx="222" cy="53638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96EE60E1-DAA1-7B6A-67EB-AD3353F0C5AF}"/>
              </a:ext>
            </a:extLst>
          </p:cNvPr>
          <p:cNvCxnSpPr>
            <a:cxnSpLocks/>
          </p:cNvCxnSpPr>
          <p:nvPr/>
        </p:nvCxnSpPr>
        <p:spPr>
          <a:xfrm flipH="1">
            <a:off x="1639605" y="2179532"/>
            <a:ext cx="222" cy="53638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86252AAC-13DD-C363-6B06-3D2B5409DEA8}"/>
              </a:ext>
            </a:extLst>
          </p:cNvPr>
          <p:cNvSpPr/>
          <p:nvPr/>
        </p:nvSpPr>
        <p:spPr>
          <a:xfrm>
            <a:off x="-1" y="0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3E61C839-9853-52AC-8AA5-0D6D92809107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RT-Applikation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FD2540F-0A50-6630-A608-D57748DBF127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BE1B681-4A12-49EF-465F-E6C0490C44F3}"/>
              </a:ext>
            </a:extLst>
          </p:cNvPr>
          <p:cNvCxnSpPr>
            <a:cxnSpLocks/>
          </p:cNvCxnSpPr>
          <p:nvPr/>
        </p:nvCxnSpPr>
        <p:spPr>
          <a:xfrm flipV="1">
            <a:off x="1537782" y="1362102"/>
            <a:ext cx="0" cy="13519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A20381B-5BE8-2283-09A1-8EF7BBD03FC9}"/>
              </a:ext>
            </a:extLst>
          </p:cNvPr>
          <p:cNvCxnSpPr>
            <a:cxnSpLocks/>
          </p:cNvCxnSpPr>
          <p:nvPr/>
        </p:nvCxnSpPr>
        <p:spPr>
          <a:xfrm>
            <a:off x="1537781" y="2714016"/>
            <a:ext cx="29279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1837360B-7062-7A76-DB1C-8535069E70A6}"/>
              </a:ext>
            </a:extLst>
          </p:cNvPr>
          <p:cNvSpPr txBox="1"/>
          <p:nvPr/>
        </p:nvSpPr>
        <p:spPr>
          <a:xfrm>
            <a:off x="227614" y="1433410"/>
            <a:ext cx="1310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Datenarten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3490895-6FEC-1FC4-F6BA-6D127FCEC03D}"/>
              </a:ext>
            </a:extLst>
          </p:cNvPr>
          <p:cNvSpPr txBox="1"/>
          <p:nvPr/>
        </p:nvSpPr>
        <p:spPr>
          <a:xfrm>
            <a:off x="4188288" y="278978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Zeit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34DAB07-EB7F-8FA3-4E78-2B117ABD0126}"/>
              </a:ext>
            </a:extLst>
          </p:cNvPr>
          <p:cNvSpPr/>
          <p:nvPr/>
        </p:nvSpPr>
        <p:spPr>
          <a:xfrm>
            <a:off x="1628810" y="2325605"/>
            <a:ext cx="2335427" cy="1950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B88B485-60CE-8DC7-4AAC-06C2E9208308}"/>
              </a:ext>
            </a:extLst>
          </p:cNvPr>
          <p:cNvSpPr/>
          <p:nvPr/>
        </p:nvSpPr>
        <p:spPr>
          <a:xfrm>
            <a:off x="1632621" y="1982600"/>
            <a:ext cx="259492" cy="195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E9C0B42-6C5F-FF92-366D-832699B4C39D}"/>
              </a:ext>
            </a:extLst>
          </p:cNvPr>
          <p:cNvSpPr/>
          <p:nvPr/>
        </p:nvSpPr>
        <p:spPr>
          <a:xfrm>
            <a:off x="2151604" y="1985139"/>
            <a:ext cx="355413" cy="195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AC6936EC-4957-FC2D-D4A5-E5A596F3EB62}"/>
              </a:ext>
            </a:extLst>
          </p:cNvPr>
          <p:cNvSpPr/>
          <p:nvPr/>
        </p:nvSpPr>
        <p:spPr>
          <a:xfrm>
            <a:off x="2670589" y="1985139"/>
            <a:ext cx="522540" cy="195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EED0ADE3-5D8B-FF15-65D6-2BA4061A0F11}"/>
              </a:ext>
            </a:extLst>
          </p:cNvPr>
          <p:cNvSpPr/>
          <p:nvPr/>
        </p:nvSpPr>
        <p:spPr>
          <a:xfrm>
            <a:off x="3708557" y="1985137"/>
            <a:ext cx="259492" cy="195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3C387490-8DFF-9917-DB82-087184C8EB01}"/>
              </a:ext>
            </a:extLst>
          </p:cNvPr>
          <p:cNvCxnSpPr>
            <a:cxnSpLocks/>
          </p:cNvCxnSpPr>
          <p:nvPr/>
        </p:nvCxnSpPr>
        <p:spPr>
          <a:xfrm>
            <a:off x="1637923" y="2647341"/>
            <a:ext cx="0" cy="1733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512E2B4A-38B4-E2F4-56E2-9B9DADCBB7DC}"/>
              </a:ext>
            </a:extLst>
          </p:cNvPr>
          <p:cNvCxnSpPr>
            <a:cxnSpLocks/>
          </p:cNvCxnSpPr>
          <p:nvPr/>
        </p:nvCxnSpPr>
        <p:spPr>
          <a:xfrm>
            <a:off x="2154365" y="2647341"/>
            <a:ext cx="0" cy="1733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26353B43-B81E-5D10-F256-2596F40114C3}"/>
              </a:ext>
            </a:extLst>
          </p:cNvPr>
          <p:cNvCxnSpPr>
            <a:cxnSpLocks/>
          </p:cNvCxnSpPr>
          <p:nvPr/>
        </p:nvCxnSpPr>
        <p:spPr>
          <a:xfrm>
            <a:off x="2678209" y="2645436"/>
            <a:ext cx="0" cy="1733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B21E4502-75DE-32CE-8D49-7BEC3729A49A}"/>
              </a:ext>
            </a:extLst>
          </p:cNvPr>
          <p:cNvCxnSpPr>
            <a:cxnSpLocks/>
          </p:cNvCxnSpPr>
          <p:nvPr/>
        </p:nvCxnSpPr>
        <p:spPr>
          <a:xfrm>
            <a:off x="3194651" y="2645436"/>
            <a:ext cx="0" cy="1733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8E5757CC-1711-1DF9-7F1C-2D11AED2DA81}"/>
              </a:ext>
            </a:extLst>
          </p:cNvPr>
          <p:cNvCxnSpPr>
            <a:cxnSpLocks/>
          </p:cNvCxnSpPr>
          <p:nvPr/>
        </p:nvCxnSpPr>
        <p:spPr>
          <a:xfrm>
            <a:off x="3719505" y="2653056"/>
            <a:ext cx="0" cy="1733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hteck 77">
            <a:extLst>
              <a:ext uri="{FF2B5EF4-FFF2-40B4-BE49-F238E27FC236}">
                <a16:creationId xmlns:a16="http://schemas.microsoft.com/office/drawing/2014/main" id="{6AB07F55-C0AE-B09F-BCE1-B0F0C822D4A3}"/>
              </a:ext>
            </a:extLst>
          </p:cNvPr>
          <p:cNvSpPr/>
          <p:nvPr/>
        </p:nvSpPr>
        <p:spPr>
          <a:xfrm>
            <a:off x="3191646" y="1985137"/>
            <a:ext cx="172803" cy="19502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EA990EEE-66C3-F457-5F02-4AC1F20BD000}"/>
              </a:ext>
            </a:extLst>
          </p:cNvPr>
          <p:cNvSpPr txBox="1"/>
          <p:nvPr/>
        </p:nvSpPr>
        <p:spPr>
          <a:xfrm>
            <a:off x="4583596" y="1895447"/>
            <a:ext cx="155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Echtzeitdaten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4718BAAF-0E8E-E528-E2F0-B0BC465BAE68}"/>
              </a:ext>
            </a:extLst>
          </p:cNvPr>
          <p:cNvSpPr txBox="1"/>
          <p:nvPr/>
        </p:nvSpPr>
        <p:spPr>
          <a:xfrm>
            <a:off x="4585021" y="2238452"/>
            <a:ext cx="1192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Bulkdaten</a:t>
            </a:r>
          </a:p>
        </p:txBody>
      </p:sp>
      <p:sp>
        <p:nvSpPr>
          <p:cNvPr id="81" name="Geschweifte Klammer rechts 80">
            <a:extLst>
              <a:ext uri="{FF2B5EF4-FFF2-40B4-BE49-F238E27FC236}">
                <a16:creationId xmlns:a16="http://schemas.microsoft.com/office/drawing/2014/main" id="{D408EF5B-F03A-D4C1-8B4B-A52E0922B7C3}"/>
              </a:ext>
            </a:extLst>
          </p:cNvPr>
          <p:cNvSpPr/>
          <p:nvPr/>
        </p:nvSpPr>
        <p:spPr>
          <a:xfrm rot="16200000">
            <a:off x="3200324" y="1768459"/>
            <a:ext cx="155448" cy="17280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CF12822C-A7E3-D399-3546-79F2FC49CF58}"/>
              </a:ext>
            </a:extLst>
          </p:cNvPr>
          <p:cNvSpPr txBox="1"/>
          <p:nvPr/>
        </p:nvSpPr>
        <p:spPr>
          <a:xfrm>
            <a:off x="2455993" y="1362102"/>
            <a:ext cx="2011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Echtzeitverletzung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32E4F086-D238-9856-51E9-02F4DDBAC617}"/>
                  </a:ext>
                </a:extLst>
              </p:cNvPr>
              <p:cNvSpPr txBox="1"/>
              <p:nvPr/>
            </p:nvSpPr>
            <p:spPr>
              <a:xfrm>
                <a:off x="1448017" y="2814768"/>
                <a:ext cx="4264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32E4F086-D238-9856-51E9-02F4DDBAC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017" y="2814768"/>
                <a:ext cx="42646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8C4828C3-0DEC-E380-6107-342A94257355}"/>
                  </a:ext>
                </a:extLst>
              </p:cNvPr>
              <p:cNvSpPr txBox="1"/>
              <p:nvPr/>
            </p:nvSpPr>
            <p:spPr>
              <a:xfrm>
                <a:off x="1971637" y="2814768"/>
                <a:ext cx="421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8C4828C3-0DEC-E380-6107-342A94257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637" y="2814768"/>
                <a:ext cx="4211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7252C81E-7F78-8B0B-C5FF-6E507B6F2304}"/>
                  </a:ext>
                </a:extLst>
              </p:cNvPr>
              <p:cNvSpPr txBox="1"/>
              <p:nvPr/>
            </p:nvSpPr>
            <p:spPr>
              <a:xfrm>
                <a:off x="2494633" y="2807002"/>
                <a:ext cx="426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7252C81E-7F78-8B0B-C5FF-6E507B6F2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633" y="2807002"/>
                <a:ext cx="42646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69CF7D72-BD5F-3970-C24E-16AC7862DC72}"/>
                  </a:ext>
                </a:extLst>
              </p:cNvPr>
              <p:cNvSpPr txBox="1"/>
              <p:nvPr/>
            </p:nvSpPr>
            <p:spPr>
              <a:xfrm>
                <a:off x="3022951" y="2793414"/>
                <a:ext cx="426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69CF7D72-BD5F-3970-C24E-16AC7862D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951" y="2793414"/>
                <a:ext cx="42646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051F4F4B-7CCA-2ACF-074B-C888624053AA}"/>
                  </a:ext>
                </a:extLst>
              </p:cNvPr>
              <p:cNvSpPr txBox="1"/>
              <p:nvPr/>
            </p:nvSpPr>
            <p:spPr>
              <a:xfrm>
                <a:off x="3551269" y="2807002"/>
                <a:ext cx="426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051F4F4B-7CCA-2ACF-074B-C88862405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269" y="2807002"/>
                <a:ext cx="42646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hteck 87">
            <a:extLst>
              <a:ext uri="{FF2B5EF4-FFF2-40B4-BE49-F238E27FC236}">
                <a16:creationId xmlns:a16="http://schemas.microsoft.com/office/drawing/2014/main" id="{BBDC8028-8706-3AF8-18B9-89D2A4B3546B}"/>
              </a:ext>
            </a:extLst>
          </p:cNvPr>
          <p:cNvSpPr/>
          <p:nvPr/>
        </p:nvSpPr>
        <p:spPr>
          <a:xfrm>
            <a:off x="461415" y="4718683"/>
            <a:ext cx="914400" cy="540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Server</a:t>
            </a: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CF7EB3B8-63FF-5E05-898A-145A2E84B812}"/>
              </a:ext>
            </a:extLst>
          </p:cNvPr>
          <p:cNvSpPr/>
          <p:nvPr/>
        </p:nvSpPr>
        <p:spPr>
          <a:xfrm>
            <a:off x="1882402" y="4719965"/>
            <a:ext cx="914400" cy="5405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Client</a:t>
            </a:r>
          </a:p>
        </p:txBody>
      </p:sp>
      <p:cxnSp>
        <p:nvCxnSpPr>
          <p:cNvPr id="91" name="Verbinder: gekrümmt 90">
            <a:extLst>
              <a:ext uri="{FF2B5EF4-FFF2-40B4-BE49-F238E27FC236}">
                <a16:creationId xmlns:a16="http://schemas.microsoft.com/office/drawing/2014/main" id="{D4D872E1-CB65-5D3D-9090-91675C5CBA58}"/>
              </a:ext>
            </a:extLst>
          </p:cNvPr>
          <p:cNvCxnSpPr>
            <a:cxnSpLocks/>
          </p:cNvCxnSpPr>
          <p:nvPr/>
        </p:nvCxnSpPr>
        <p:spPr>
          <a:xfrm rot="5400000" flipH="1">
            <a:off x="1628468" y="4555580"/>
            <a:ext cx="1281" cy="1420987"/>
          </a:xfrm>
          <a:prstGeom prst="curvedConnector3">
            <a:avLst>
              <a:gd name="adj1" fmla="val -321217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hteck 121">
            <a:extLst>
              <a:ext uri="{FF2B5EF4-FFF2-40B4-BE49-F238E27FC236}">
                <a16:creationId xmlns:a16="http://schemas.microsoft.com/office/drawing/2014/main" id="{3638D726-4945-9593-3C1F-DE2380203B68}"/>
              </a:ext>
            </a:extLst>
          </p:cNvPr>
          <p:cNvSpPr/>
          <p:nvPr/>
        </p:nvSpPr>
        <p:spPr>
          <a:xfrm>
            <a:off x="1421208" y="4190486"/>
            <a:ext cx="228600" cy="1925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AAC94A29-7FCC-ABC5-F401-AA276F048876}"/>
              </a:ext>
            </a:extLst>
          </p:cNvPr>
          <p:cNvSpPr/>
          <p:nvPr/>
        </p:nvSpPr>
        <p:spPr>
          <a:xfrm>
            <a:off x="1753982" y="5530478"/>
            <a:ext cx="228600" cy="1925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4" name="Rechteck 123">
            <a:extLst>
              <a:ext uri="{FF2B5EF4-FFF2-40B4-BE49-F238E27FC236}">
                <a16:creationId xmlns:a16="http://schemas.microsoft.com/office/drawing/2014/main" id="{A99CD8A6-8EFE-1F1A-582B-A4CCE7DC8C0D}"/>
              </a:ext>
            </a:extLst>
          </p:cNvPr>
          <p:cNvSpPr/>
          <p:nvPr/>
        </p:nvSpPr>
        <p:spPr>
          <a:xfrm>
            <a:off x="2177293" y="5370647"/>
            <a:ext cx="228600" cy="192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3E39892A-70FA-5433-8084-2C1DDCF6BBCF}"/>
              </a:ext>
            </a:extLst>
          </p:cNvPr>
          <p:cNvSpPr/>
          <p:nvPr/>
        </p:nvSpPr>
        <p:spPr>
          <a:xfrm>
            <a:off x="1324698" y="5563153"/>
            <a:ext cx="228600" cy="192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6" name="Rechteck 125">
            <a:extLst>
              <a:ext uri="{FF2B5EF4-FFF2-40B4-BE49-F238E27FC236}">
                <a16:creationId xmlns:a16="http://schemas.microsoft.com/office/drawing/2014/main" id="{62014171-76D2-E781-EC16-0A1EB0F7B8FC}"/>
              </a:ext>
            </a:extLst>
          </p:cNvPr>
          <p:cNvSpPr/>
          <p:nvPr/>
        </p:nvSpPr>
        <p:spPr>
          <a:xfrm>
            <a:off x="1002684" y="5405203"/>
            <a:ext cx="228600" cy="192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0" name="Sprechblase: rechteckig mit abgerundeten Ecken 129">
            <a:extLst>
              <a:ext uri="{FF2B5EF4-FFF2-40B4-BE49-F238E27FC236}">
                <a16:creationId xmlns:a16="http://schemas.microsoft.com/office/drawing/2014/main" id="{60CA7CA9-7ED2-532D-68F5-B13E6E24ADCD}"/>
              </a:ext>
            </a:extLst>
          </p:cNvPr>
          <p:cNvSpPr/>
          <p:nvPr/>
        </p:nvSpPr>
        <p:spPr>
          <a:xfrm>
            <a:off x="638815" y="3832722"/>
            <a:ext cx="696817" cy="268207"/>
          </a:xfrm>
          <a:prstGeom prst="wedgeRoundRectCallout">
            <a:avLst>
              <a:gd name="adj1" fmla="val 67681"/>
              <a:gd name="adj2" fmla="val 8743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ym typeface="Symbol" panose="05050102010706020507" pitchFamily="18" charset="2"/>
              </a:rPr>
              <a:t></a:t>
            </a:r>
            <a:endParaRPr lang="de-DE" dirty="0"/>
          </a:p>
        </p:txBody>
      </p:sp>
      <p:sp>
        <p:nvSpPr>
          <p:cNvPr id="131" name="Sprechblase: rechteckig mit abgerundeten Ecken 130">
            <a:extLst>
              <a:ext uri="{FF2B5EF4-FFF2-40B4-BE49-F238E27FC236}">
                <a16:creationId xmlns:a16="http://schemas.microsoft.com/office/drawing/2014/main" id="{BB276BE1-7EAE-98F1-850E-812B9205DFE4}"/>
              </a:ext>
            </a:extLst>
          </p:cNvPr>
          <p:cNvSpPr/>
          <p:nvPr/>
        </p:nvSpPr>
        <p:spPr>
          <a:xfrm>
            <a:off x="1882402" y="5853757"/>
            <a:ext cx="696817" cy="268207"/>
          </a:xfrm>
          <a:prstGeom prst="wedgeRoundRectCallout">
            <a:avLst>
              <a:gd name="adj1" fmla="val -49693"/>
              <a:gd name="adj2" fmla="val -9628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y</a:t>
            </a:r>
          </a:p>
        </p:txBody>
      </p: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E4E266DB-4B51-93BE-C25E-6F1B9809B896}"/>
              </a:ext>
            </a:extLst>
          </p:cNvPr>
          <p:cNvGrpSpPr/>
          <p:nvPr/>
        </p:nvGrpSpPr>
        <p:grpSpPr>
          <a:xfrm>
            <a:off x="3480151" y="3739464"/>
            <a:ext cx="2760880" cy="2511866"/>
            <a:chOff x="3480151" y="3739464"/>
            <a:chExt cx="2760880" cy="2511866"/>
          </a:xfrm>
        </p:grpSpPr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6D622F5B-3414-4803-FDC9-78F36889E4F7}"/>
                </a:ext>
              </a:extLst>
            </p:cNvPr>
            <p:cNvSpPr/>
            <p:nvPr/>
          </p:nvSpPr>
          <p:spPr>
            <a:xfrm>
              <a:off x="3480151" y="3739464"/>
              <a:ext cx="2760880" cy="25118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34" name="Gerade Verbindung mit Pfeil 133">
              <a:extLst>
                <a:ext uri="{FF2B5EF4-FFF2-40B4-BE49-F238E27FC236}">
                  <a16:creationId xmlns:a16="http://schemas.microsoft.com/office/drawing/2014/main" id="{4485579B-7CB6-0FBB-CC62-1730D5F539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0733" y="3964360"/>
              <a:ext cx="0" cy="20318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Gerade Verbindung mit Pfeil 139">
              <a:extLst>
                <a:ext uri="{FF2B5EF4-FFF2-40B4-BE49-F238E27FC236}">
                  <a16:creationId xmlns:a16="http://schemas.microsoft.com/office/drawing/2014/main" id="{F0B7D3E0-7F55-F688-2169-62062815EE59}"/>
                </a:ext>
              </a:extLst>
            </p:cNvPr>
            <p:cNvCxnSpPr>
              <a:cxnSpLocks/>
            </p:cNvCxnSpPr>
            <p:nvPr/>
          </p:nvCxnSpPr>
          <p:spPr>
            <a:xfrm>
              <a:off x="3830528" y="5065923"/>
              <a:ext cx="220599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6" name="Textfeld 145">
              <a:extLst>
                <a:ext uri="{FF2B5EF4-FFF2-40B4-BE49-F238E27FC236}">
                  <a16:creationId xmlns:a16="http://schemas.microsoft.com/office/drawing/2014/main" id="{29B70C67-D855-303A-CC6F-A7ED19ECE991}"/>
                </a:ext>
              </a:extLst>
            </p:cNvPr>
            <p:cNvSpPr txBox="1"/>
            <p:nvPr/>
          </p:nvSpPr>
          <p:spPr>
            <a:xfrm>
              <a:off x="5691767" y="4980269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x</a:t>
              </a:r>
            </a:p>
          </p:txBody>
        </p:sp>
        <p:sp>
          <p:nvSpPr>
            <p:cNvPr id="147" name="Textfeld 146">
              <a:extLst>
                <a:ext uri="{FF2B5EF4-FFF2-40B4-BE49-F238E27FC236}">
                  <a16:creationId xmlns:a16="http://schemas.microsoft.com/office/drawing/2014/main" id="{FEA88988-2C62-E69B-E0A2-506BDBA7A1D0}"/>
                </a:ext>
              </a:extLst>
            </p:cNvPr>
            <p:cNvSpPr txBox="1"/>
            <p:nvPr/>
          </p:nvSpPr>
          <p:spPr>
            <a:xfrm>
              <a:off x="4789894" y="3973990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y</a:t>
              </a:r>
            </a:p>
          </p:txBody>
        </p:sp>
        <p:sp>
          <p:nvSpPr>
            <p:cNvPr id="132" name="Ellipse 131">
              <a:extLst>
                <a:ext uri="{FF2B5EF4-FFF2-40B4-BE49-F238E27FC236}">
                  <a16:creationId xmlns:a16="http://schemas.microsoft.com/office/drawing/2014/main" id="{4621A29A-7ED9-92C3-32D4-CCBCB60CA494}"/>
                </a:ext>
              </a:extLst>
            </p:cNvPr>
            <p:cNvSpPr/>
            <p:nvPr/>
          </p:nvSpPr>
          <p:spPr>
            <a:xfrm>
              <a:off x="4072745" y="4353574"/>
              <a:ext cx="1495975" cy="1424698"/>
            </a:xfrm>
            <a:prstGeom prst="ellipse">
              <a:avLst/>
            </a:prstGeom>
            <a:noFill/>
            <a:ln w="44450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8" name="Rechteck 147">
              <a:extLst>
                <a:ext uri="{FF2B5EF4-FFF2-40B4-BE49-F238E27FC236}">
                  <a16:creationId xmlns:a16="http://schemas.microsoft.com/office/drawing/2014/main" id="{54285F08-0CED-4D12-5B9A-2C2F60BE05F7}"/>
                </a:ext>
              </a:extLst>
            </p:cNvPr>
            <p:cNvSpPr/>
            <p:nvPr/>
          </p:nvSpPr>
          <p:spPr>
            <a:xfrm rot="2523452">
              <a:off x="5230194" y="4450413"/>
              <a:ext cx="75995" cy="72396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50" name="Gerade Verbindung mit Pfeil 149">
              <a:extLst>
                <a:ext uri="{FF2B5EF4-FFF2-40B4-BE49-F238E27FC236}">
                  <a16:creationId xmlns:a16="http://schemas.microsoft.com/office/drawing/2014/main" id="{4582406F-56A4-318E-5B4F-B69323B51623}"/>
                </a:ext>
              </a:extLst>
            </p:cNvPr>
            <p:cNvCxnSpPr>
              <a:cxnSpLocks/>
            </p:cNvCxnSpPr>
            <p:nvPr/>
          </p:nvCxnSpPr>
          <p:spPr>
            <a:xfrm>
              <a:off x="4820733" y="5065923"/>
              <a:ext cx="457595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Gerade Verbindung mit Pfeil 152">
              <a:extLst>
                <a:ext uri="{FF2B5EF4-FFF2-40B4-BE49-F238E27FC236}">
                  <a16:creationId xmlns:a16="http://schemas.microsoft.com/office/drawing/2014/main" id="{9B56B37C-E2AF-28F6-DFFB-32EF56FC81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8328" y="4562813"/>
              <a:ext cx="0" cy="50311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6" name="Textfeld 155">
              <a:extLst>
                <a:ext uri="{FF2B5EF4-FFF2-40B4-BE49-F238E27FC236}">
                  <a16:creationId xmlns:a16="http://schemas.microsoft.com/office/drawing/2014/main" id="{65B85EB5-BDD1-1CBD-CE9E-1F45C6A92E81}"/>
                </a:ext>
              </a:extLst>
            </p:cNvPr>
            <p:cNvSpPr txBox="1"/>
            <p:nvPr/>
          </p:nvSpPr>
          <p:spPr>
            <a:xfrm>
              <a:off x="4900505" y="5020226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solidFill>
                    <a:schemeClr val="accent6"/>
                  </a:solidFill>
                </a:rPr>
                <a:t>x</a:t>
              </a:r>
            </a:p>
          </p:txBody>
        </p:sp>
        <p:sp>
          <p:nvSpPr>
            <p:cNvPr id="157" name="Textfeld 156">
              <a:extLst>
                <a:ext uri="{FF2B5EF4-FFF2-40B4-BE49-F238E27FC236}">
                  <a16:creationId xmlns:a16="http://schemas.microsoft.com/office/drawing/2014/main" id="{6FF865B2-77C6-2B53-E18A-C611A52C31E8}"/>
                </a:ext>
              </a:extLst>
            </p:cNvPr>
            <p:cNvSpPr txBox="1"/>
            <p:nvPr/>
          </p:nvSpPr>
          <p:spPr>
            <a:xfrm>
              <a:off x="5049530" y="4691258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00" dirty="0">
                  <a:solidFill>
                    <a:schemeClr val="accent2"/>
                  </a:solidFill>
                </a:rPr>
                <a:t>y</a:t>
              </a:r>
            </a:p>
          </p:txBody>
        </p:sp>
      </p:grpSp>
      <p:cxnSp>
        <p:nvCxnSpPr>
          <p:cNvPr id="52" name="Verbinder: gekrümmt 51">
            <a:extLst>
              <a:ext uri="{FF2B5EF4-FFF2-40B4-BE49-F238E27FC236}">
                <a16:creationId xmlns:a16="http://schemas.microsoft.com/office/drawing/2014/main" id="{9F377E49-EC32-3DC9-559C-2BD2B0B40E3A}"/>
              </a:ext>
            </a:extLst>
          </p:cNvPr>
          <p:cNvCxnSpPr>
            <a:cxnSpLocks/>
          </p:cNvCxnSpPr>
          <p:nvPr/>
        </p:nvCxnSpPr>
        <p:spPr>
          <a:xfrm rot="5400000" flipV="1">
            <a:off x="1599759" y="3999783"/>
            <a:ext cx="1281" cy="1420987"/>
          </a:xfrm>
          <a:prstGeom prst="curvedConnector3">
            <a:avLst>
              <a:gd name="adj1" fmla="val -321217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hteck 127">
            <a:extLst>
              <a:ext uri="{FF2B5EF4-FFF2-40B4-BE49-F238E27FC236}">
                <a16:creationId xmlns:a16="http://schemas.microsoft.com/office/drawing/2014/main" id="{4A36CDCC-11F7-0A79-0FBE-626151D1EDE2}"/>
              </a:ext>
            </a:extLst>
          </p:cNvPr>
          <p:cNvSpPr/>
          <p:nvPr/>
        </p:nvSpPr>
        <p:spPr>
          <a:xfrm>
            <a:off x="918615" y="4387688"/>
            <a:ext cx="228600" cy="192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0BF5063B-C8A2-6A4E-248F-D58FEFF53AA0}"/>
              </a:ext>
            </a:extLst>
          </p:cNvPr>
          <p:cNvSpPr/>
          <p:nvPr/>
        </p:nvSpPr>
        <p:spPr>
          <a:xfrm>
            <a:off x="1905940" y="4293351"/>
            <a:ext cx="228600" cy="192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D84FFF08-59FE-3313-BA59-37099EB80AAA}"/>
              </a:ext>
            </a:extLst>
          </p:cNvPr>
          <p:cNvCxnSpPr>
            <a:cxnSpLocks/>
          </p:cNvCxnSpPr>
          <p:nvPr/>
        </p:nvCxnSpPr>
        <p:spPr>
          <a:xfrm>
            <a:off x="6911541" y="1369543"/>
            <a:ext cx="0" cy="4634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452CFFCC-B88F-B138-12E9-6EAC5E7C960B}"/>
              </a:ext>
            </a:extLst>
          </p:cNvPr>
          <p:cNvSpPr txBox="1"/>
          <p:nvPr/>
        </p:nvSpPr>
        <p:spPr>
          <a:xfrm>
            <a:off x="7023545" y="1173899"/>
            <a:ext cx="472762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Datenübertragung von sowohl Echtzeit- als auch Bulkdaten (30 MB)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Echtzeitdaten werden innerhalb fester Perioden versendet (3 </a:t>
            </a:r>
            <a:r>
              <a:rPr lang="de-DE" dirty="0" err="1"/>
              <a:t>ms</a:t>
            </a:r>
            <a:r>
              <a:rPr lang="de-DE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Applikation besteht aus Server und Client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Ziel der Applikation ist es, einen Kreis zu zeichnen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Server berechnet X-Wert und sendet den Winkel des zu berechnenden Punktes zum Client, welcher den Y-Wert berechnet und zurücksendet</a:t>
            </a:r>
          </a:p>
        </p:txBody>
      </p:sp>
      <p:sp>
        <p:nvSpPr>
          <p:cNvPr id="94" name="Fußzeilenplatzhalter 93">
            <a:extLst>
              <a:ext uri="{FF2B5EF4-FFF2-40B4-BE49-F238E27FC236}">
                <a16:creationId xmlns:a16="http://schemas.microsoft.com/office/drawing/2014/main" id="{845C68E5-16C3-7D1F-9D90-4753B48F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95" name="Foliennummernplatzhalter 94">
            <a:extLst>
              <a:ext uri="{FF2B5EF4-FFF2-40B4-BE49-F238E27FC236}">
                <a16:creationId xmlns:a16="http://schemas.microsoft.com/office/drawing/2014/main" id="{17D9964D-DB00-F24F-4E5F-A3FDBC1A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781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1" grpId="0" animBg="1"/>
      <p:bldP spid="25" grpId="0"/>
      <p:bldP spid="27" grpId="0"/>
      <p:bldP spid="29" grpId="0" animBg="1"/>
      <p:bldP spid="30" grpId="0" animBg="1"/>
      <p:bldP spid="33" grpId="0" animBg="1"/>
      <p:bldP spid="38" grpId="0" animBg="1"/>
      <p:bldP spid="43" grpId="0" animBg="1"/>
      <p:bldP spid="78" grpId="0" animBg="1"/>
      <p:bldP spid="79" grpId="0"/>
      <p:bldP spid="80" grpId="0"/>
      <p:bldP spid="81" grpId="0" animBg="1"/>
      <p:bldP spid="82" grpId="0"/>
      <p:bldP spid="83" grpId="0"/>
      <p:bldP spid="84" grpId="0"/>
      <p:bldP spid="85" grpId="0"/>
      <p:bldP spid="86" grpId="0"/>
      <p:bldP spid="87" grpId="0"/>
      <p:bldP spid="88" grpId="0" animBg="1"/>
      <p:bldP spid="89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30" grpId="0" animBg="1"/>
      <p:bldP spid="131" grpId="0" animBg="1"/>
      <p:bldP spid="128" grpId="0" animBg="1"/>
      <p:bldP spid="1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2C6B3-9745-75E0-A923-F6E449B56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hteck 94">
            <a:extLst>
              <a:ext uri="{FF2B5EF4-FFF2-40B4-BE49-F238E27FC236}">
                <a16:creationId xmlns:a16="http://schemas.microsoft.com/office/drawing/2014/main" id="{50DEAF40-D7B5-7F39-BCE0-3D061231FA7C}"/>
              </a:ext>
            </a:extLst>
          </p:cNvPr>
          <p:cNvSpPr/>
          <p:nvPr/>
        </p:nvSpPr>
        <p:spPr>
          <a:xfrm>
            <a:off x="306587" y="1143228"/>
            <a:ext cx="4217967" cy="38157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de-DE" b="1" dirty="0">
              <a:solidFill>
                <a:schemeClr val="tx1"/>
              </a:solidFill>
            </a:endParaRPr>
          </a:p>
        </p:txBody>
      </p:sp>
      <p:cxnSp>
        <p:nvCxnSpPr>
          <p:cNvPr id="171" name="Verbinder: gekrümmt 170">
            <a:extLst>
              <a:ext uri="{FF2B5EF4-FFF2-40B4-BE49-F238E27FC236}">
                <a16:creationId xmlns:a16="http://schemas.microsoft.com/office/drawing/2014/main" id="{6CFC9E7F-5A1A-559F-1FA3-D62EF12C66C0}"/>
              </a:ext>
            </a:extLst>
          </p:cNvPr>
          <p:cNvCxnSpPr>
            <a:stCxn id="101" idx="1"/>
            <a:endCxn id="4" idx="0"/>
          </p:cNvCxnSpPr>
          <p:nvPr/>
        </p:nvCxnSpPr>
        <p:spPr>
          <a:xfrm rot="10800000" flipV="1">
            <a:off x="2574544" y="1224990"/>
            <a:ext cx="1120226" cy="749213"/>
          </a:xfrm>
          <a:prstGeom prst="curvedConnector2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FBD95A9D-042E-0D78-F1E2-BF6885EB72B6}"/>
              </a:ext>
            </a:extLst>
          </p:cNvPr>
          <p:cNvSpPr/>
          <p:nvPr/>
        </p:nvSpPr>
        <p:spPr>
          <a:xfrm>
            <a:off x="-1" y="0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A582E8F-A6E5-EF6D-A7FE-BC566895837E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Monitoring (Senden)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115C077-3BAB-1A61-ABB5-1CC9353E14C8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76732386-96AF-FB51-3D80-FCF82465F2D8}"/>
              </a:ext>
            </a:extLst>
          </p:cNvPr>
          <p:cNvCxnSpPr>
            <a:cxnSpLocks/>
          </p:cNvCxnSpPr>
          <p:nvPr/>
        </p:nvCxnSpPr>
        <p:spPr>
          <a:xfrm>
            <a:off x="6911541" y="1369543"/>
            <a:ext cx="0" cy="4634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67F24EA8-C337-8140-5B03-CB2CEAF04F3A}"/>
              </a:ext>
            </a:extLst>
          </p:cNvPr>
          <p:cNvSpPr txBox="1"/>
          <p:nvPr/>
        </p:nvSpPr>
        <p:spPr>
          <a:xfrm>
            <a:off x="7122929" y="1798008"/>
            <a:ext cx="4727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de-DE" dirty="0"/>
              <a:t>Erstes Intervall geht bis </a:t>
            </a:r>
            <a:r>
              <a:rPr lang="de-DE" b="1" i="1" dirty="0" err="1"/>
              <a:t>net_dev_queue</a:t>
            </a:r>
            <a:endParaRPr lang="de-DE" b="1" i="1" dirty="0"/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de-DE" dirty="0"/>
              <a:t>Zeit von Applikation bis </a:t>
            </a:r>
            <a:r>
              <a:rPr lang="de-DE" dirty="0" err="1"/>
              <a:t>Qdisc</a:t>
            </a:r>
            <a:r>
              <a:rPr lang="de-DE" dirty="0"/>
              <a:t> 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de-DE" dirty="0"/>
              <a:t>Zeit bis Link Layer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496EEE01-1EF3-9753-E986-DCA487AD5CCB}"/>
              </a:ext>
            </a:extLst>
          </p:cNvPr>
          <p:cNvSpPr/>
          <p:nvPr/>
        </p:nvSpPr>
        <p:spPr>
          <a:xfrm>
            <a:off x="1654932" y="1516067"/>
            <a:ext cx="1824991" cy="40800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Transport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b="1" dirty="0">
                <a:solidFill>
                  <a:schemeClr val="tx1"/>
                </a:solidFill>
              </a:rPr>
              <a:t>Layer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18460D22-16E1-72C8-EF07-BF05CE9A042D}"/>
              </a:ext>
            </a:extLst>
          </p:cNvPr>
          <p:cNvSpPr/>
          <p:nvPr/>
        </p:nvSpPr>
        <p:spPr>
          <a:xfrm>
            <a:off x="1662048" y="1974204"/>
            <a:ext cx="1824991" cy="4080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Network Layer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286D392-BA06-A7AB-FEA3-7AE223FB370C}"/>
              </a:ext>
            </a:extLst>
          </p:cNvPr>
          <p:cNvSpPr/>
          <p:nvPr/>
        </p:nvSpPr>
        <p:spPr>
          <a:xfrm>
            <a:off x="2649120" y="5224440"/>
            <a:ext cx="711775" cy="118872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NIC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540FBE95-C73D-FAE4-C7FD-E08853885626}"/>
              </a:ext>
            </a:extLst>
          </p:cNvPr>
          <p:cNvSpPr/>
          <p:nvPr/>
        </p:nvSpPr>
        <p:spPr>
          <a:xfrm>
            <a:off x="893271" y="2692950"/>
            <a:ext cx="2674479" cy="1966049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Tx</a:t>
            </a:r>
            <a:r>
              <a:rPr lang="de-DE" b="1" dirty="0">
                <a:solidFill>
                  <a:schemeClr val="tx1"/>
                </a:solidFill>
              </a:rPr>
              <a:t> API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BCD93F09-EFC0-57C1-4802-3F48EC9009AE}"/>
              </a:ext>
            </a:extLst>
          </p:cNvPr>
          <p:cNvSpPr/>
          <p:nvPr/>
        </p:nvSpPr>
        <p:spPr>
          <a:xfrm>
            <a:off x="1235351" y="4047353"/>
            <a:ext cx="1355385" cy="466523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Scheduler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85620D56-F276-8387-8158-4F4065910C8C}"/>
              </a:ext>
            </a:extLst>
          </p:cNvPr>
          <p:cNvSpPr/>
          <p:nvPr/>
        </p:nvSpPr>
        <p:spPr>
          <a:xfrm>
            <a:off x="1016574" y="3241555"/>
            <a:ext cx="1824991" cy="624437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Qdisc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E49103F-2068-8969-6646-1A82456B903F}"/>
              </a:ext>
            </a:extLst>
          </p:cNvPr>
          <p:cNvSpPr/>
          <p:nvPr/>
        </p:nvSpPr>
        <p:spPr>
          <a:xfrm>
            <a:off x="1325812" y="3606053"/>
            <a:ext cx="373380" cy="195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8DF8F3F-D04B-9640-3C02-DA84475B98FB}"/>
              </a:ext>
            </a:extLst>
          </p:cNvPr>
          <p:cNvSpPr/>
          <p:nvPr/>
        </p:nvSpPr>
        <p:spPr>
          <a:xfrm>
            <a:off x="1735643" y="3606052"/>
            <a:ext cx="373380" cy="195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45FB6BE-767E-DDB8-761C-A9CE967A1500}"/>
              </a:ext>
            </a:extLst>
          </p:cNvPr>
          <p:cNvSpPr/>
          <p:nvPr/>
        </p:nvSpPr>
        <p:spPr>
          <a:xfrm>
            <a:off x="2152966" y="3606052"/>
            <a:ext cx="373380" cy="195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4" name="Verbinder: gekrümmt 43">
            <a:extLst>
              <a:ext uri="{FF2B5EF4-FFF2-40B4-BE49-F238E27FC236}">
                <a16:creationId xmlns:a16="http://schemas.microsoft.com/office/drawing/2014/main" id="{2C3DC890-AE92-5EEF-7F5F-B86AB069BD32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 flipH="1">
            <a:off x="1235351" y="3553774"/>
            <a:ext cx="1606214" cy="726841"/>
          </a:xfrm>
          <a:prstGeom prst="curvedConnector5">
            <a:avLst>
              <a:gd name="adj1" fmla="val -14232"/>
              <a:gd name="adj2" fmla="val 55431"/>
              <a:gd name="adj3" fmla="val 114232"/>
            </a:avLst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9" name="Rechteck 48">
            <a:extLst>
              <a:ext uri="{FF2B5EF4-FFF2-40B4-BE49-F238E27FC236}">
                <a16:creationId xmlns:a16="http://schemas.microsoft.com/office/drawing/2014/main" id="{D7E5F178-5A6C-B8A3-E6F6-04DBE49D7661}"/>
              </a:ext>
            </a:extLst>
          </p:cNvPr>
          <p:cNvSpPr/>
          <p:nvPr/>
        </p:nvSpPr>
        <p:spPr>
          <a:xfrm>
            <a:off x="2953568" y="3741204"/>
            <a:ext cx="373380" cy="195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36103C1F-7A89-BC06-0FED-3895AFBE115B}"/>
              </a:ext>
            </a:extLst>
          </p:cNvPr>
          <p:cNvGrpSpPr/>
          <p:nvPr/>
        </p:nvGrpSpPr>
        <p:grpSpPr>
          <a:xfrm>
            <a:off x="280392" y="5285365"/>
            <a:ext cx="1053442" cy="1051325"/>
            <a:chOff x="227614" y="5624068"/>
            <a:chExt cx="1053442" cy="1051325"/>
          </a:xfrm>
        </p:grpSpPr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35B1FDE3-5980-2586-B142-C50E574A703E}"/>
                </a:ext>
              </a:extLst>
            </p:cNvPr>
            <p:cNvGrpSpPr/>
            <p:nvPr/>
          </p:nvGrpSpPr>
          <p:grpSpPr>
            <a:xfrm>
              <a:off x="227614" y="5624068"/>
              <a:ext cx="1053442" cy="1051325"/>
              <a:chOff x="4778408" y="2695456"/>
              <a:chExt cx="1053442" cy="1051325"/>
            </a:xfrm>
          </p:grpSpPr>
          <p:sp>
            <p:nvSpPr>
              <p:cNvPr id="19" name="Kreis: nicht ausgefüllt 18">
                <a:extLst>
                  <a:ext uri="{FF2B5EF4-FFF2-40B4-BE49-F238E27FC236}">
                    <a16:creationId xmlns:a16="http://schemas.microsoft.com/office/drawing/2014/main" id="{788F5EA7-4595-C165-AA47-C6DC85B0B6E9}"/>
                  </a:ext>
                </a:extLst>
              </p:cNvPr>
              <p:cNvSpPr/>
              <p:nvPr/>
            </p:nvSpPr>
            <p:spPr>
              <a:xfrm>
                <a:off x="4778408" y="2695456"/>
                <a:ext cx="1053442" cy="1051325"/>
              </a:xfrm>
              <a:prstGeom prst="donu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Halbbogen 33">
                <a:extLst>
                  <a:ext uri="{FF2B5EF4-FFF2-40B4-BE49-F238E27FC236}">
                    <a16:creationId xmlns:a16="http://schemas.microsoft.com/office/drawing/2014/main" id="{8382A5A3-D402-7ACC-A328-DD103AA623ED}"/>
                  </a:ext>
                </a:extLst>
              </p:cNvPr>
              <p:cNvSpPr/>
              <p:nvPr/>
            </p:nvSpPr>
            <p:spPr>
              <a:xfrm>
                <a:off x="4836524" y="2740580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Halbbogen 34">
                <a:extLst>
                  <a:ext uri="{FF2B5EF4-FFF2-40B4-BE49-F238E27FC236}">
                    <a16:creationId xmlns:a16="http://schemas.microsoft.com/office/drawing/2014/main" id="{85DC0B00-CFCD-5C26-B78F-6D797A17CE3F}"/>
                  </a:ext>
                </a:extLst>
              </p:cNvPr>
              <p:cNvSpPr/>
              <p:nvPr/>
            </p:nvSpPr>
            <p:spPr>
              <a:xfrm>
                <a:off x="4836524" y="2740580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Halbbogen 35">
                <a:extLst>
                  <a:ext uri="{FF2B5EF4-FFF2-40B4-BE49-F238E27FC236}">
                    <a16:creationId xmlns:a16="http://schemas.microsoft.com/office/drawing/2014/main" id="{27D8C7B3-7F43-57E5-7250-8BA31CF99DA7}"/>
                  </a:ext>
                </a:extLst>
              </p:cNvPr>
              <p:cNvSpPr/>
              <p:nvPr/>
            </p:nvSpPr>
            <p:spPr>
              <a:xfrm rot="19165931">
                <a:off x="4836524" y="2740579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Halbbogen 36">
                <a:extLst>
                  <a:ext uri="{FF2B5EF4-FFF2-40B4-BE49-F238E27FC236}">
                    <a16:creationId xmlns:a16="http://schemas.microsoft.com/office/drawing/2014/main" id="{01F23732-1BC7-3F47-63F8-F37F6D0403CE}"/>
                  </a:ext>
                </a:extLst>
              </p:cNvPr>
              <p:cNvSpPr/>
              <p:nvPr/>
            </p:nvSpPr>
            <p:spPr>
              <a:xfrm rot="2562692">
                <a:off x="4836524" y="2740578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Halbbogen 38">
                <a:extLst>
                  <a:ext uri="{FF2B5EF4-FFF2-40B4-BE49-F238E27FC236}">
                    <a16:creationId xmlns:a16="http://schemas.microsoft.com/office/drawing/2014/main" id="{6E6C48E7-373C-B7DD-A7A9-21F01245813E}"/>
                  </a:ext>
                </a:extLst>
              </p:cNvPr>
              <p:cNvSpPr/>
              <p:nvPr/>
            </p:nvSpPr>
            <p:spPr>
              <a:xfrm rot="16717079">
                <a:off x="4835674" y="2739244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4" name="Halbbogen 53">
              <a:extLst>
                <a:ext uri="{FF2B5EF4-FFF2-40B4-BE49-F238E27FC236}">
                  <a16:creationId xmlns:a16="http://schemas.microsoft.com/office/drawing/2014/main" id="{17EE3003-C2F5-CAB9-CAA2-8CA0CB34CC00}"/>
                </a:ext>
              </a:extLst>
            </p:cNvPr>
            <p:cNvSpPr/>
            <p:nvPr/>
          </p:nvSpPr>
          <p:spPr>
            <a:xfrm rot="4974561">
              <a:off x="272148" y="5664590"/>
              <a:ext cx="971519" cy="985285"/>
            </a:xfrm>
            <a:prstGeom prst="blockArc">
              <a:avLst>
                <a:gd name="adj1" fmla="val 13400321"/>
                <a:gd name="adj2" fmla="val 15395763"/>
                <a:gd name="adj3" fmla="val 17393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55" name="Halbbogen 54">
              <a:extLst>
                <a:ext uri="{FF2B5EF4-FFF2-40B4-BE49-F238E27FC236}">
                  <a16:creationId xmlns:a16="http://schemas.microsoft.com/office/drawing/2014/main" id="{49F85E74-A7D1-1B56-81FA-C8FCEF92CD6A}"/>
                </a:ext>
              </a:extLst>
            </p:cNvPr>
            <p:cNvSpPr/>
            <p:nvPr/>
          </p:nvSpPr>
          <p:spPr>
            <a:xfrm rot="7433217">
              <a:off x="256508" y="5657143"/>
              <a:ext cx="971519" cy="985285"/>
            </a:xfrm>
            <a:prstGeom prst="blockArc">
              <a:avLst>
                <a:gd name="adj1" fmla="val 13400321"/>
                <a:gd name="adj2" fmla="val 15395763"/>
                <a:gd name="adj3" fmla="val 17393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56" name="Halbbogen 55">
              <a:extLst>
                <a:ext uri="{FF2B5EF4-FFF2-40B4-BE49-F238E27FC236}">
                  <a16:creationId xmlns:a16="http://schemas.microsoft.com/office/drawing/2014/main" id="{9D2CE193-6F5C-827A-66BB-D10ED771CC26}"/>
                </a:ext>
              </a:extLst>
            </p:cNvPr>
            <p:cNvSpPr/>
            <p:nvPr/>
          </p:nvSpPr>
          <p:spPr>
            <a:xfrm rot="9781551">
              <a:off x="256509" y="5646226"/>
              <a:ext cx="971519" cy="985285"/>
            </a:xfrm>
            <a:prstGeom prst="blockArc">
              <a:avLst>
                <a:gd name="adj1" fmla="val 13400321"/>
                <a:gd name="adj2" fmla="val 15395763"/>
                <a:gd name="adj3" fmla="val 17393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57" name="Halbbogen 56">
              <a:extLst>
                <a:ext uri="{FF2B5EF4-FFF2-40B4-BE49-F238E27FC236}">
                  <a16:creationId xmlns:a16="http://schemas.microsoft.com/office/drawing/2014/main" id="{BB7D3B2B-9DB3-23F9-4D93-E76611613C65}"/>
                </a:ext>
              </a:extLst>
            </p:cNvPr>
            <p:cNvSpPr/>
            <p:nvPr/>
          </p:nvSpPr>
          <p:spPr>
            <a:xfrm rot="12135957">
              <a:off x="260017" y="5643166"/>
              <a:ext cx="971519" cy="985285"/>
            </a:xfrm>
            <a:prstGeom prst="blockArc">
              <a:avLst>
                <a:gd name="adj1" fmla="val 13400321"/>
                <a:gd name="adj2" fmla="val 15234581"/>
                <a:gd name="adj3" fmla="val 17598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58" name="Halbbogen 57">
              <a:extLst>
                <a:ext uri="{FF2B5EF4-FFF2-40B4-BE49-F238E27FC236}">
                  <a16:creationId xmlns:a16="http://schemas.microsoft.com/office/drawing/2014/main" id="{0B0E0BC3-2CC3-2193-9683-26E2CC126F13}"/>
                </a:ext>
              </a:extLst>
            </p:cNvPr>
            <p:cNvSpPr/>
            <p:nvPr/>
          </p:nvSpPr>
          <p:spPr>
            <a:xfrm rot="14393249">
              <a:off x="284379" y="5657087"/>
              <a:ext cx="971519" cy="985285"/>
            </a:xfrm>
            <a:prstGeom prst="blockArc">
              <a:avLst>
                <a:gd name="adj1" fmla="val 13540146"/>
                <a:gd name="adj2" fmla="val 15395763"/>
                <a:gd name="adj3" fmla="val 1739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94" name="Rechteck 93">
            <a:extLst>
              <a:ext uri="{FF2B5EF4-FFF2-40B4-BE49-F238E27FC236}">
                <a16:creationId xmlns:a16="http://schemas.microsoft.com/office/drawing/2014/main" id="{51222FF6-F109-0186-A6A5-1C6321E1D48A}"/>
              </a:ext>
            </a:extLst>
          </p:cNvPr>
          <p:cNvSpPr/>
          <p:nvPr/>
        </p:nvSpPr>
        <p:spPr>
          <a:xfrm>
            <a:off x="2468564" y="4720845"/>
            <a:ext cx="373380" cy="195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6561E81D-D7DC-DC34-BD22-5881BA468973}"/>
              </a:ext>
            </a:extLst>
          </p:cNvPr>
          <p:cNvSpPr/>
          <p:nvPr/>
        </p:nvSpPr>
        <p:spPr>
          <a:xfrm>
            <a:off x="306588" y="1141894"/>
            <a:ext cx="914400" cy="9144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Kernel Space</a:t>
            </a:r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9B1593DB-2AD1-A2A7-0105-3B56CEA046DF}"/>
              </a:ext>
            </a:extLst>
          </p:cNvPr>
          <p:cNvSpPr/>
          <p:nvPr/>
        </p:nvSpPr>
        <p:spPr>
          <a:xfrm>
            <a:off x="4526258" y="1155484"/>
            <a:ext cx="2173896" cy="38035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5DDADC1E-B235-883B-4AF7-A2074F36ED1C}"/>
              </a:ext>
            </a:extLst>
          </p:cNvPr>
          <p:cNvSpPr/>
          <p:nvPr/>
        </p:nvSpPr>
        <p:spPr>
          <a:xfrm>
            <a:off x="5774860" y="1161285"/>
            <a:ext cx="914400" cy="9144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User Space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86ED93FB-1574-A771-ABB9-FF957395276B}"/>
              </a:ext>
            </a:extLst>
          </p:cNvPr>
          <p:cNvSpPr/>
          <p:nvPr/>
        </p:nvSpPr>
        <p:spPr>
          <a:xfrm>
            <a:off x="4879275" y="2295399"/>
            <a:ext cx="1479117" cy="87707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Applikation</a:t>
            </a:r>
          </a:p>
        </p:txBody>
      </p:sp>
      <p:sp>
        <p:nvSpPr>
          <p:cNvPr id="101" name="Zylinder 100">
            <a:extLst>
              <a:ext uri="{FF2B5EF4-FFF2-40B4-BE49-F238E27FC236}">
                <a16:creationId xmlns:a16="http://schemas.microsoft.com/office/drawing/2014/main" id="{EB4404A0-427B-8493-1497-0B915F9CB2FE}"/>
              </a:ext>
            </a:extLst>
          </p:cNvPr>
          <p:cNvSpPr/>
          <p:nvPr/>
        </p:nvSpPr>
        <p:spPr>
          <a:xfrm rot="16200000">
            <a:off x="4319264" y="485433"/>
            <a:ext cx="230127" cy="1479116"/>
          </a:xfrm>
          <a:prstGeom prst="can">
            <a:avLst>
              <a:gd name="adj" fmla="val 21569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Systemcalls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317BF19-90DF-AD1A-33BB-5A42DB350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682" y="2456211"/>
            <a:ext cx="877074" cy="87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6B78B6D5-7F48-248D-F30F-FB624458CBD5}"/>
              </a:ext>
            </a:extLst>
          </p:cNvPr>
          <p:cNvGrpSpPr/>
          <p:nvPr/>
        </p:nvGrpSpPr>
        <p:grpSpPr>
          <a:xfrm>
            <a:off x="4016059" y="3410716"/>
            <a:ext cx="1053442" cy="1051325"/>
            <a:chOff x="227614" y="5624068"/>
            <a:chExt cx="1053442" cy="1051325"/>
          </a:xfrm>
        </p:grpSpPr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48208EE3-DF5C-1A0B-CEAB-A207E802A3F2}"/>
                </a:ext>
              </a:extLst>
            </p:cNvPr>
            <p:cNvGrpSpPr/>
            <p:nvPr/>
          </p:nvGrpSpPr>
          <p:grpSpPr>
            <a:xfrm>
              <a:off x="227614" y="5624068"/>
              <a:ext cx="1053442" cy="1051325"/>
              <a:chOff x="4778408" y="2695456"/>
              <a:chExt cx="1053442" cy="1051325"/>
            </a:xfrm>
          </p:grpSpPr>
          <p:sp>
            <p:nvSpPr>
              <p:cNvPr id="113" name="Kreis: nicht ausgefüllt 112">
                <a:extLst>
                  <a:ext uri="{FF2B5EF4-FFF2-40B4-BE49-F238E27FC236}">
                    <a16:creationId xmlns:a16="http://schemas.microsoft.com/office/drawing/2014/main" id="{344E1CC6-DB69-9EDB-6528-18799D25BB4E}"/>
                  </a:ext>
                </a:extLst>
              </p:cNvPr>
              <p:cNvSpPr/>
              <p:nvPr/>
            </p:nvSpPr>
            <p:spPr>
              <a:xfrm>
                <a:off x="4778408" y="2695456"/>
                <a:ext cx="1053442" cy="1051325"/>
              </a:xfrm>
              <a:prstGeom prst="donu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Halbbogen 113">
                <a:extLst>
                  <a:ext uri="{FF2B5EF4-FFF2-40B4-BE49-F238E27FC236}">
                    <a16:creationId xmlns:a16="http://schemas.microsoft.com/office/drawing/2014/main" id="{5E2EF377-487E-AD3B-8428-B6407110A239}"/>
                  </a:ext>
                </a:extLst>
              </p:cNvPr>
              <p:cNvSpPr/>
              <p:nvPr/>
            </p:nvSpPr>
            <p:spPr>
              <a:xfrm>
                <a:off x="4836524" y="2740580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Halbbogen 114">
                <a:extLst>
                  <a:ext uri="{FF2B5EF4-FFF2-40B4-BE49-F238E27FC236}">
                    <a16:creationId xmlns:a16="http://schemas.microsoft.com/office/drawing/2014/main" id="{23EBE7C6-7963-562F-2081-C5AE652C111F}"/>
                  </a:ext>
                </a:extLst>
              </p:cNvPr>
              <p:cNvSpPr/>
              <p:nvPr/>
            </p:nvSpPr>
            <p:spPr>
              <a:xfrm>
                <a:off x="4836524" y="2740580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  <a:solidFill>
                <a:srgbClr val="FFE9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Halbbogen 115">
                <a:extLst>
                  <a:ext uri="{FF2B5EF4-FFF2-40B4-BE49-F238E27FC236}">
                    <a16:creationId xmlns:a16="http://schemas.microsoft.com/office/drawing/2014/main" id="{30800507-B9DE-2CD0-BF06-F59C1C2F64BA}"/>
                  </a:ext>
                </a:extLst>
              </p:cNvPr>
              <p:cNvSpPr/>
              <p:nvPr/>
            </p:nvSpPr>
            <p:spPr>
              <a:xfrm rot="19165931">
                <a:off x="4836524" y="2740579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  <a:solidFill>
                <a:srgbClr val="FFE9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Halbbogen 116">
                <a:extLst>
                  <a:ext uri="{FF2B5EF4-FFF2-40B4-BE49-F238E27FC236}">
                    <a16:creationId xmlns:a16="http://schemas.microsoft.com/office/drawing/2014/main" id="{3BB92037-C4B6-53F3-D51E-0BFDAF066518}"/>
                  </a:ext>
                </a:extLst>
              </p:cNvPr>
              <p:cNvSpPr/>
              <p:nvPr/>
            </p:nvSpPr>
            <p:spPr>
              <a:xfrm rot="2562692">
                <a:off x="4836524" y="2740578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  <a:solidFill>
                <a:srgbClr val="FFE9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Halbbogen 117">
                <a:extLst>
                  <a:ext uri="{FF2B5EF4-FFF2-40B4-BE49-F238E27FC236}">
                    <a16:creationId xmlns:a16="http://schemas.microsoft.com/office/drawing/2014/main" id="{675AFE52-D85F-6CC7-A58D-97EFCFC2C1D1}"/>
                  </a:ext>
                </a:extLst>
              </p:cNvPr>
              <p:cNvSpPr/>
              <p:nvPr/>
            </p:nvSpPr>
            <p:spPr>
              <a:xfrm rot="16717079">
                <a:off x="4835674" y="2739244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  <a:solidFill>
                <a:srgbClr val="FFE9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8" name="Halbbogen 107">
              <a:extLst>
                <a:ext uri="{FF2B5EF4-FFF2-40B4-BE49-F238E27FC236}">
                  <a16:creationId xmlns:a16="http://schemas.microsoft.com/office/drawing/2014/main" id="{FBC7B50F-3C55-1A7A-6168-2374FE999563}"/>
                </a:ext>
              </a:extLst>
            </p:cNvPr>
            <p:cNvSpPr/>
            <p:nvPr/>
          </p:nvSpPr>
          <p:spPr>
            <a:xfrm rot="4974561">
              <a:off x="272148" y="5664590"/>
              <a:ext cx="971519" cy="985285"/>
            </a:xfrm>
            <a:prstGeom prst="blockArc">
              <a:avLst>
                <a:gd name="adj1" fmla="val 13400321"/>
                <a:gd name="adj2" fmla="val 15395763"/>
                <a:gd name="adj3" fmla="val 17393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09" name="Halbbogen 108">
              <a:extLst>
                <a:ext uri="{FF2B5EF4-FFF2-40B4-BE49-F238E27FC236}">
                  <a16:creationId xmlns:a16="http://schemas.microsoft.com/office/drawing/2014/main" id="{8DA9EBD7-9861-CF80-E819-F8D1D4E11C5C}"/>
                </a:ext>
              </a:extLst>
            </p:cNvPr>
            <p:cNvSpPr/>
            <p:nvPr/>
          </p:nvSpPr>
          <p:spPr>
            <a:xfrm rot="7433217">
              <a:off x="256508" y="5657143"/>
              <a:ext cx="971519" cy="985285"/>
            </a:xfrm>
            <a:prstGeom prst="blockArc">
              <a:avLst>
                <a:gd name="adj1" fmla="val 13400321"/>
                <a:gd name="adj2" fmla="val 15395763"/>
                <a:gd name="adj3" fmla="val 17393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10" name="Halbbogen 109">
              <a:extLst>
                <a:ext uri="{FF2B5EF4-FFF2-40B4-BE49-F238E27FC236}">
                  <a16:creationId xmlns:a16="http://schemas.microsoft.com/office/drawing/2014/main" id="{131B914C-08BB-A34D-8301-F12A6E24E9D1}"/>
                </a:ext>
              </a:extLst>
            </p:cNvPr>
            <p:cNvSpPr/>
            <p:nvPr/>
          </p:nvSpPr>
          <p:spPr>
            <a:xfrm rot="9781551">
              <a:off x="256509" y="5646226"/>
              <a:ext cx="971519" cy="985285"/>
            </a:xfrm>
            <a:prstGeom prst="blockArc">
              <a:avLst>
                <a:gd name="adj1" fmla="val 13400321"/>
                <a:gd name="adj2" fmla="val 15395763"/>
                <a:gd name="adj3" fmla="val 17393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11" name="Halbbogen 110">
              <a:extLst>
                <a:ext uri="{FF2B5EF4-FFF2-40B4-BE49-F238E27FC236}">
                  <a16:creationId xmlns:a16="http://schemas.microsoft.com/office/drawing/2014/main" id="{2A398E58-0411-A3FD-15F4-8460D67447B7}"/>
                </a:ext>
              </a:extLst>
            </p:cNvPr>
            <p:cNvSpPr/>
            <p:nvPr/>
          </p:nvSpPr>
          <p:spPr>
            <a:xfrm rot="12135957">
              <a:off x="260017" y="5643166"/>
              <a:ext cx="971519" cy="985285"/>
            </a:xfrm>
            <a:prstGeom prst="blockArc">
              <a:avLst>
                <a:gd name="adj1" fmla="val 13400321"/>
                <a:gd name="adj2" fmla="val 15234581"/>
                <a:gd name="adj3" fmla="val 17598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12" name="Halbbogen 111">
              <a:extLst>
                <a:ext uri="{FF2B5EF4-FFF2-40B4-BE49-F238E27FC236}">
                  <a16:creationId xmlns:a16="http://schemas.microsoft.com/office/drawing/2014/main" id="{38182651-4C3A-FAB4-96AA-C98B61D35D85}"/>
                </a:ext>
              </a:extLst>
            </p:cNvPr>
            <p:cNvSpPr/>
            <p:nvPr/>
          </p:nvSpPr>
          <p:spPr>
            <a:xfrm rot="14393249">
              <a:off x="284379" y="5657087"/>
              <a:ext cx="971519" cy="985285"/>
            </a:xfrm>
            <a:prstGeom prst="blockArc">
              <a:avLst>
                <a:gd name="adj1" fmla="val 13540146"/>
                <a:gd name="adj2" fmla="val 15395763"/>
                <a:gd name="adj3" fmla="val 17393"/>
              </a:avLst>
            </a:prstGeom>
            <a:solidFill>
              <a:srgbClr val="FFE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119" name="Zylinder 118">
            <a:extLst>
              <a:ext uri="{FF2B5EF4-FFF2-40B4-BE49-F238E27FC236}">
                <a16:creationId xmlns:a16="http://schemas.microsoft.com/office/drawing/2014/main" id="{DB28015A-1215-4254-6AC2-1BCE652129B7}"/>
              </a:ext>
            </a:extLst>
          </p:cNvPr>
          <p:cNvSpPr/>
          <p:nvPr/>
        </p:nvSpPr>
        <p:spPr>
          <a:xfrm rot="5400000">
            <a:off x="4465492" y="4200926"/>
            <a:ext cx="230127" cy="1479116"/>
          </a:xfrm>
          <a:prstGeom prst="can">
            <a:avLst>
              <a:gd name="adj" fmla="val 21569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Systemcalls</a:t>
            </a:r>
            <a:endParaRPr lang="de-DE" b="1" dirty="0">
              <a:solidFill>
                <a:schemeClr val="tx1"/>
              </a:solidFill>
            </a:endParaRPr>
          </a:p>
        </p:txBody>
      </p:sp>
      <p:cxnSp>
        <p:nvCxnSpPr>
          <p:cNvPr id="138" name="Verbinder: gekrümmt 137">
            <a:extLst>
              <a:ext uri="{FF2B5EF4-FFF2-40B4-BE49-F238E27FC236}">
                <a16:creationId xmlns:a16="http://schemas.microsoft.com/office/drawing/2014/main" id="{4EC87446-1327-C55D-1E72-3A7378D9A6E4}"/>
              </a:ext>
            </a:extLst>
          </p:cNvPr>
          <p:cNvCxnSpPr>
            <a:cxnSpLocks/>
            <a:stCxn id="2" idx="0"/>
            <a:endCxn id="101" idx="3"/>
          </p:cNvCxnSpPr>
          <p:nvPr/>
        </p:nvCxnSpPr>
        <p:spPr>
          <a:xfrm rot="16200000" flipV="1">
            <a:off x="4861156" y="1537721"/>
            <a:ext cx="1070408" cy="444948"/>
          </a:xfrm>
          <a:prstGeom prst="curvedConnector2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9" name="Verbinder: gekrümmt 168">
            <a:extLst>
              <a:ext uri="{FF2B5EF4-FFF2-40B4-BE49-F238E27FC236}">
                <a16:creationId xmlns:a16="http://schemas.microsoft.com/office/drawing/2014/main" id="{89A94BF1-E99C-66F3-95A4-6B57B26CD008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5400000">
            <a:off x="1209774" y="2189004"/>
            <a:ext cx="1171570" cy="1557970"/>
          </a:xfrm>
          <a:prstGeom prst="curvedConnector4">
            <a:avLst>
              <a:gd name="adj1" fmla="val 36675"/>
              <a:gd name="adj2" fmla="val 114673"/>
            </a:avLst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2" name="Rechteck 171">
            <a:extLst>
              <a:ext uri="{FF2B5EF4-FFF2-40B4-BE49-F238E27FC236}">
                <a16:creationId xmlns:a16="http://schemas.microsoft.com/office/drawing/2014/main" id="{E8BA71B7-798A-BD05-B0A2-67C3A59B6179}"/>
              </a:ext>
            </a:extLst>
          </p:cNvPr>
          <p:cNvSpPr/>
          <p:nvPr/>
        </p:nvSpPr>
        <p:spPr>
          <a:xfrm>
            <a:off x="2083688" y="2566058"/>
            <a:ext cx="373380" cy="195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6" name="Flussdiagramm: Verbinder 135">
            <a:extLst>
              <a:ext uri="{FF2B5EF4-FFF2-40B4-BE49-F238E27FC236}">
                <a16:creationId xmlns:a16="http://schemas.microsoft.com/office/drawing/2014/main" id="{88EC3348-318F-0AB1-DB18-FE7F8A4FFDB4}"/>
              </a:ext>
            </a:extLst>
          </p:cNvPr>
          <p:cNvSpPr/>
          <p:nvPr/>
        </p:nvSpPr>
        <p:spPr>
          <a:xfrm>
            <a:off x="1007026" y="3164637"/>
            <a:ext cx="228325" cy="217498"/>
          </a:xfrm>
          <a:prstGeom prst="flowChartConnector">
            <a:avLst/>
          </a:prstGeom>
          <a:solidFill>
            <a:srgbClr val="FFE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76" name="Verbinder: gekrümmt 175">
            <a:extLst>
              <a:ext uri="{FF2B5EF4-FFF2-40B4-BE49-F238E27FC236}">
                <a16:creationId xmlns:a16="http://schemas.microsoft.com/office/drawing/2014/main" id="{C2DA252D-3F38-6219-DBAF-B9CB46EA44B5}"/>
              </a:ext>
            </a:extLst>
          </p:cNvPr>
          <p:cNvCxnSpPr>
            <a:cxnSpLocks/>
            <a:stCxn id="13" idx="3"/>
            <a:endCxn id="94" idx="3"/>
          </p:cNvCxnSpPr>
          <p:nvPr/>
        </p:nvCxnSpPr>
        <p:spPr>
          <a:xfrm>
            <a:off x="2590736" y="4280615"/>
            <a:ext cx="251208" cy="537818"/>
          </a:xfrm>
          <a:prstGeom prst="curvedConnector3">
            <a:avLst>
              <a:gd name="adj1" fmla="val 191000"/>
            </a:avLst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4" name="Flussdiagramm: Verbinder 173">
            <a:extLst>
              <a:ext uri="{FF2B5EF4-FFF2-40B4-BE49-F238E27FC236}">
                <a16:creationId xmlns:a16="http://schemas.microsoft.com/office/drawing/2014/main" id="{A38F0AF1-C2F7-E10A-8151-D4DCB58E6426}"/>
              </a:ext>
            </a:extLst>
          </p:cNvPr>
          <p:cNvSpPr/>
          <p:nvPr/>
        </p:nvSpPr>
        <p:spPr>
          <a:xfrm>
            <a:off x="2776683" y="4562814"/>
            <a:ext cx="228325" cy="217498"/>
          </a:xfrm>
          <a:prstGeom prst="flowChartConnector">
            <a:avLst/>
          </a:prstGeom>
          <a:solidFill>
            <a:srgbClr val="FFE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82" name="Verbinder: gekrümmt 181">
            <a:extLst>
              <a:ext uri="{FF2B5EF4-FFF2-40B4-BE49-F238E27FC236}">
                <a16:creationId xmlns:a16="http://schemas.microsoft.com/office/drawing/2014/main" id="{9A3A5B08-58AA-435B-5768-A913D24EAFCC}"/>
              </a:ext>
            </a:extLst>
          </p:cNvPr>
          <p:cNvCxnSpPr>
            <a:stCxn id="94" idx="1"/>
            <a:endCxn id="19" idx="7"/>
          </p:cNvCxnSpPr>
          <p:nvPr/>
        </p:nvCxnSpPr>
        <p:spPr>
          <a:xfrm rot="10800000" flipV="1">
            <a:off x="1179562" y="4818432"/>
            <a:ext cx="1289003" cy="620895"/>
          </a:xfrm>
          <a:prstGeom prst="curvedConnector2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Zylinder 40">
            <a:extLst>
              <a:ext uri="{FF2B5EF4-FFF2-40B4-BE49-F238E27FC236}">
                <a16:creationId xmlns:a16="http://schemas.microsoft.com/office/drawing/2014/main" id="{E9C71FAC-B014-3C47-07EA-3F075CDD01AC}"/>
              </a:ext>
            </a:extLst>
          </p:cNvPr>
          <p:cNvSpPr/>
          <p:nvPr/>
        </p:nvSpPr>
        <p:spPr>
          <a:xfrm rot="5400000">
            <a:off x="1879859" y="5331633"/>
            <a:ext cx="230127" cy="968755"/>
          </a:xfrm>
          <a:prstGeom prst="can">
            <a:avLst>
              <a:gd name="adj" fmla="val 21569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DMA</a:t>
            </a:r>
          </a:p>
        </p:txBody>
      </p:sp>
      <p:cxnSp>
        <p:nvCxnSpPr>
          <p:cNvPr id="188" name="Gerader Verbinder 187">
            <a:extLst>
              <a:ext uri="{FF2B5EF4-FFF2-40B4-BE49-F238E27FC236}">
                <a16:creationId xmlns:a16="http://schemas.microsoft.com/office/drawing/2014/main" id="{881C47AD-F0C8-A353-3267-49CD96F49F59}"/>
              </a:ext>
            </a:extLst>
          </p:cNvPr>
          <p:cNvCxnSpPr>
            <a:stCxn id="19" idx="6"/>
            <a:endCxn id="41" idx="3"/>
          </p:cNvCxnSpPr>
          <p:nvPr/>
        </p:nvCxnSpPr>
        <p:spPr>
          <a:xfrm>
            <a:off x="1333834" y="5811028"/>
            <a:ext cx="176711" cy="4983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0" name="Gerader Verbinder 189">
            <a:extLst>
              <a:ext uri="{FF2B5EF4-FFF2-40B4-BE49-F238E27FC236}">
                <a16:creationId xmlns:a16="http://schemas.microsoft.com/office/drawing/2014/main" id="{6D78EF0F-D1D4-1DED-82DD-D3B35C5CFB4C}"/>
              </a:ext>
            </a:extLst>
          </p:cNvPr>
          <p:cNvCxnSpPr>
            <a:stCxn id="41" idx="0"/>
            <a:endCxn id="8" idx="1"/>
          </p:cNvCxnSpPr>
          <p:nvPr/>
        </p:nvCxnSpPr>
        <p:spPr>
          <a:xfrm>
            <a:off x="2429664" y="5816011"/>
            <a:ext cx="219456" cy="2789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73" name="Verbinder: gekrümmt 3072">
            <a:extLst>
              <a:ext uri="{FF2B5EF4-FFF2-40B4-BE49-F238E27FC236}">
                <a16:creationId xmlns:a16="http://schemas.microsoft.com/office/drawing/2014/main" id="{2DB645D2-53EE-DEA2-B2CF-00A96BC3E9FA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360895" y="5581969"/>
            <a:ext cx="1253777" cy="236831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080" name="Picture 4">
            <a:extLst>
              <a:ext uri="{FF2B5EF4-FFF2-40B4-BE49-F238E27FC236}">
                <a16:creationId xmlns:a16="http://schemas.microsoft.com/office/drawing/2014/main" id="{B06AC54B-449F-E06A-BCAA-44947409E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045" y="5439327"/>
            <a:ext cx="1780393" cy="697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Rechteck 3080">
            <a:extLst>
              <a:ext uri="{FF2B5EF4-FFF2-40B4-BE49-F238E27FC236}">
                <a16:creationId xmlns:a16="http://schemas.microsoft.com/office/drawing/2014/main" id="{4685F87B-782C-3F3D-599B-317BCE711035}"/>
              </a:ext>
            </a:extLst>
          </p:cNvPr>
          <p:cNvSpPr/>
          <p:nvPr/>
        </p:nvSpPr>
        <p:spPr>
          <a:xfrm>
            <a:off x="3750619" y="5629693"/>
            <a:ext cx="373380" cy="195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083" name="Verbinder: gekrümmt 3082">
            <a:extLst>
              <a:ext uri="{FF2B5EF4-FFF2-40B4-BE49-F238E27FC236}">
                <a16:creationId xmlns:a16="http://schemas.microsoft.com/office/drawing/2014/main" id="{F58A9624-B1F1-5265-E6C9-5283521E827D}"/>
              </a:ext>
            </a:extLst>
          </p:cNvPr>
          <p:cNvCxnSpPr>
            <a:cxnSpLocks/>
            <a:stCxn id="136" idx="0"/>
            <a:endCxn id="113" idx="0"/>
          </p:cNvCxnSpPr>
          <p:nvPr/>
        </p:nvCxnSpPr>
        <p:spPr>
          <a:xfrm rot="16200000" flipH="1">
            <a:off x="2708944" y="1576881"/>
            <a:ext cx="246079" cy="3421591"/>
          </a:xfrm>
          <a:prstGeom prst="curvedConnector3">
            <a:avLst>
              <a:gd name="adj1" fmla="val -293142"/>
            </a:avLst>
          </a:prstGeom>
          <a:ln w="38100">
            <a:solidFill>
              <a:srgbClr val="FFE9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7" name="Verbinder: gekrümmt 3086">
            <a:extLst>
              <a:ext uri="{FF2B5EF4-FFF2-40B4-BE49-F238E27FC236}">
                <a16:creationId xmlns:a16="http://schemas.microsoft.com/office/drawing/2014/main" id="{87D1F9E4-8565-F246-A517-7B010994C2B6}"/>
              </a:ext>
            </a:extLst>
          </p:cNvPr>
          <p:cNvCxnSpPr>
            <a:cxnSpLocks/>
            <a:stCxn id="174" idx="6"/>
            <a:endCxn id="113" idx="0"/>
          </p:cNvCxnSpPr>
          <p:nvPr/>
        </p:nvCxnSpPr>
        <p:spPr>
          <a:xfrm flipV="1">
            <a:off x="3005008" y="3410716"/>
            <a:ext cx="1537772" cy="1260847"/>
          </a:xfrm>
          <a:prstGeom prst="curvedConnector4">
            <a:avLst>
              <a:gd name="adj1" fmla="val 32874"/>
              <a:gd name="adj2" fmla="val 118131"/>
            </a:avLst>
          </a:prstGeom>
          <a:ln w="38100">
            <a:solidFill>
              <a:srgbClr val="FFE9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8" name="Verbinder: gekrümmt 3097">
            <a:extLst>
              <a:ext uri="{FF2B5EF4-FFF2-40B4-BE49-F238E27FC236}">
                <a16:creationId xmlns:a16="http://schemas.microsoft.com/office/drawing/2014/main" id="{4AA90F04-49CC-8373-CAA9-18557FE20175}"/>
              </a:ext>
            </a:extLst>
          </p:cNvPr>
          <p:cNvCxnSpPr>
            <a:cxnSpLocks/>
            <a:stCxn id="113" idx="2"/>
            <a:endCxn id="119" idx="3"/>
          </p:cNvCxnSpPr>
          <p:nvPr/>
        </p:nvCxnSpPr>
        <p:spPr>
          <a:xfrm rot="10800000" flipV="1">
            <a:off x="3840999" y="3936379"/>
            <a:ext cx="175061" cy="1004106"/>
          </a:xfrm>
          <a:prstGeom prst="curvedConnector3">
            <a:avLst>
              <a:gd name="adj1" fmla="val 182816"/>
            </a:avLst>
          </a:prstGeom>
          <a:ln w="38100">
            <a:solidFill>
              <a:srgbClr val="FFE9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0" name="Verbinder: gekrümmt 3099">
            <a:extLst>
              <a:ext uri="{FF2B5EF4-FFF2-40B4-BE49-F238E27FC236}">
                <a16:creationId xmlns:a16="http://schemas.microsoft.com/office/drawing/2014/main" id="{4A0A271E-98CB-6AC5-CC21-A31EF452EA5A}"/>
              </a:ext>
            </a:extLst>
          </p:cNvPr>
          <p:cNvCxnSpPr>
            <a:cxnSpLocks/>
            <a:stCxn id="119" idx="1"/>
          </p:cNvCxnSpPr>
          <p:nvPr/>
        </p:nvCxnSpPr>
        <p:spPr>
          <a:xfrm flipV="1">
            <a:off x="5320114" y="3184729"/>
            <a:ext cx="262274" cy="1755756"/>
          </a:xfrm>
          <a:prstGeom prst="curvedConnector2">
            <a:avLst/>
          </a:prstGeom>
          <a:ln w="38100">
            <a:solidFill>
              <a:srgbClr val="FFE9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04" name="Picture 4">
            <a:extLst>
              <a:ext uri="{FF2B5EF4-FFF2-40B4-BE49-F238E27FC236}">
                <a16:creationId xmlns:a16="http://schemas.microsoft.com/office/drawing/2014/main" id="{FF42F78B-2E41-EEFE-AEEB-D8C665971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685" y="5030280"/>
            <a:ext cx="1036858" cy="54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5" name="Flussdiagramm: Verbinder 3104">
            <a:extLst>
              <a:ext uri="{FF2B5EF4-FFF2-40B4-BE49-F238E27FC236}">
                <a16:creationId xmlns:a16="http://schemas.microsoft.com/office/drawing/2014/main" id="{9D618353-A061-2866-1DE6-BB56BB2F183D}"/>
              </a:ext>
            </a:extLst>
          </p:cNvPr>
          <p:cNvSpPr/>
          <p:nvPr/>
        </p:nvSpPr>
        <p:spPr>
          <a:xfrm>
            <a:off x="5337088" y="5394176"/>
            <a:ext cx="228325" cy="217498"/>
          </a:xfrm>
          <a:prstGeom prst="flowChartConnector">
            <a:avLst/>
          </a:prstGeom>
          <a:solidFill>
            <a:srgbClr val="FFE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106" name="Textfeld 3105">
            <a:extLst>
              <a:ext uri="{FF2B5EF4-FFF2-40B4-BE49-F238E27FC236}">
                <a16:creationId xmlns:a16="http://schemas.microsoft.com/office/drawing/2014/main" id="{6ED2EEAC-7327-7FE2-BB48-24CAA415CF39}"/>
              </a:ext>
            </a:extLst>
          </p:cNvPr>
          <p:cNvSpPr txBox="1"/>
          <p:nvPr/>
        </p:nvSpPr>
        <p:spPr>
          <a:xfrm>
            <a:off x="320345" y="6365837"/>
            <a:ext cx="973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TX-Ring</a:t>
            </a:r>
          </a:p>
        </p:txBody>
      </p:sp>
      <p:pic>
        <p:nvPicPr>
          <p:cNvPr id="133" name="Picture 4">
            <a:extLst>
              <a:ext uri="{FF2B5EF4-FFF2-40B4-BE49-F238E27FC236}">
                <a16:creationId xmlns:a16="http://schemas.microsoft.com/office/drawing/2014/main" id="{CD87BD58-022F-09CD-E919-F78AB5B86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52" y="2764042"/>
            <a:ext cx="1036858" cy="54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Picture 4">
            <a:extLst>
              <a:ext uri="{FF2B5EF4-FFF2-40B4-BE49-F238E27FC236}">
                <a16:creationId xmlns:a16="http://schemas.microsoft.com/office/drawing/2014/main" id="{9DBF1156-5BDD-7A87-C405-92B3CD003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580" y="4116929"/>
            <a:ext cx="1036858" cy="54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2" name="Picture 4">
            <a:extLst>
              <a:ext uri="{FF2B5EF4-FFF2-40B4-BE49-F238E27FC236}">
                <a16:creationId xmlns:a16="http://schemas.microsoft.com/office/drawing/2014/main" id="{009E4109-F509-3A03-9DCF-837686FACA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2" t="21576" r="64263" b="19243"/>
          <a:stretch>
            <a:fillRect/>
          </a:stretch>
        </p:blipFill>
        <p:spPr bwMode="auto">
          <a:xfrm>
            <a:off x="4374228" y="3783167"/>
            <a:ext cx="280006" cy="32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15" name="Fußzeilenplatzhalter 3114">
            <a:extLst>
              <a:ext uri="{FF2B5EF4-FFF2-40B4-BE49-F238E27FC236}">
                <a16:creationId xmlns:a16="http://schemas.microsoft.com/office/drawing/2014/main" id="{244968AA-F85A-5146-E4BB-C3E8CEC03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3116" name="Foliennummernplatzhalter 3115">
            <a:extLst>
              <a:ext uri="{FF2B5EF4-FFF2-40B4-BE49-F238E27FC236}">
                <a16:creationId xmlns:a16="http://schemas.microsoft.com/office/drawing/2014/main" id="{A70CCB7E-FCB0-F65E-A6CC-84D9EA69F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8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7DB37E1-8CBA-D743-7899-782630FB0AA0}"/>
              </a:ext>
            </a:extLst>
          </p:cNvPr>
          <p:cNvSpPr txBox="1"/>
          <p:nvPr/>
        </p:nvSpPr>
        <p:spPr>
          <a:xfrm>
            <a:off x="7130484" y="2957326"/>
            <a:ext cx="472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5"/>
              </a:buClr>
              <a:buFont typeface="Wingdings" panose="05000000000000000000" pitchFamily="2" charset="2"/>
              <a:buChar char="Ø"/>
            </a:pPr>
            <a:r>
              <a:rPr lang="de-DE" dirty="0"/>
              <a:t> Zweites Intervall geht bis </a:t>
            </a:r>
            <a:r>
              <a:rPr lang="de-DE" b="1" i="1" dirty="0" err="1"/>
              <a:t>net_dev_xmit</a:t>
            </a:r>
            <a:endParaRPr lang="de-DE" b="1" i="1" dirty="0"/>
          </a:p>
          <a:p>
            <a:pPr marL="742950" lvl="1" indent="-285750">
              <a:buClr>
                <a:schemeClr val="accent5"/>
              </a:buClr>
              <a:buFont typeface="Wingdings" panose="05000000000000000000" pitchFamily="2" charset="2"/>
              <a:buChar char="Ø"/>
            </a:pPr>
            <a:r>
              <a:rPr lang="de-DE" dirty="0"/>
              <a:t>Zeit in der </a:t>
            </a:r>
            <a:r>
              <a:rPr lang="de-DE" dirty="0" err="1"/>
              <a:t>Qdisc</a:t>
            </a:r>
            <a:endParaRPr lang="de-DE" dirty="0"/>
          </a:p>
          <a:p>
            <a:pPr marL="742950" lvl="1" indent="-285750">
              <a:buClr>
                <a:schemeClr val="accent5"/>
              </a:buClr>
              <a:buFont typeface="Wingdings" panose="05000000000000000000" pitchFamily="2" charset="2"/>
              <a:buChar char="Ø"/>
            </a:pPr>
            <a:r>
              <a:rPr lang="de-DE" dirty="0"/>
              <a:t>Zeit im Link Layer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19EC6C5-A7BA-43B4-EF63-1B061874AF7B}"/>
              </a:ext>
            </a:extLst>
          </p:cNvPr>
          <p:cNvSpPr txBox="1"/>
          <p:nvPr/>
        </p:nvSpPr>
        <p:spPr>
          <a:xfrm>
            <a:off x="7122929" y="4104770"/>
            <a:ext cx="47276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de-DE" dirty="0"/>
              <a:t>Drittes Intervall bis </a:t>
            </a:r>
            <a:r>
              <a:rPr lang="de-DE" b="1" i="1" dirty="0" err="1"/>
              <a:t>consume_skb</a:t>
            </a:r>
            <a:endParaRPr lang="de-DE" b="1" i="1" dirty="0"/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de-DE" dirty="0"/>
              <a:t>Zeit im MAC-Layer von Server und Client und Zeit im Medium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de-DE" dirty="0"/>
              <a:t>Keine weiteren </a:t>
            </a:r>
            <a:r>
              <a:rPr lang="de-DE" dirty="0" err="1"/>
              <a:t>Tracepoints</a:t>
            </a:r>
            <a:r>
              <a:rPr lang="de-DE" dirty="0"/>
              <a:t> vorhanden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177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3" grpId="0" animBg="1"/>
      <p:bldP spid="4" grpId="0" animBg="1"/>
      <p:bldP spid="49" grpId="0" animBg="1"/>
      <p:bldP spid="94" grpId="0" animBg="1"/>
      <p:bldP spid="172" grpId="0" animBg="1"/>
      <p:bldP spid="136" grpId="0" animBg="1"/>
      <p:bldP spid="174" grpId="0" animBg="1"/>
      <p:bldP spid="3081" grpId="0" animBg="1"/>
      <p:bldP spid="3105" grpId="0" animBg="1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25756-56F8-A862-6C12-FD54FF5EA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hteck 94">
            <a:extLst>
              <a:ext uri="{FF2B5EF4-FFF2-40B4-BE49-F238E27FC236}">
                <a16:creationId xmlns:a16="http://schemas.microsoft.com/office/drawing/2014/main" id="{1C142166-08DD-E88D-85F3-1F4A8BB98606}"/>
              </a:ext>
            </a:extLst>
          </p:cNvPr>
          <p:cNvSpPr/>
          <p:nvPr/>
        </p:nvSpPr>
        <p:spPr>
          <a:xfrm>
            <a:off x="2407297" y="2493170"/>
            <a:ext cx="4237393" cy="3797257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de-DE" b="1" dirty="0">
              <a:solidFill>
                <a:schemeClr val="tx1"/>
              </a:solidFill>
            </a:endParaRPr>
          </a:p>
        </p:txBody>
      </p:sp>
      <p:cxnSp>
        <p:nvCxnSpPr>
          <p:cNvPr id="124" name="Verbinder: gekrümmt 123">
            <a:extLst>
              <a:ext uri="{FF2B5EF4-FFF2-40B4-BE49-F238E27FC236}">
                <a16:creationId xmlns:a16="http://schemas.microsoft.com/office/drawing/2014/main" id="{AD698AAC-2F04-EBDF-1D6A-52861BFE358A}"/>
              </a:ext>
            </a:extLst>
          </p:cNvPr>
          <p:cNvCxnSpPr>
            <a:stCxn id="174" idx="4"/>
            <a:endCxn id="101" idx="3"/>
          </p:cNvCxnSpPr>
          <p:nvPr/>
        </p:nvCxnSpPr>
        <p:spPr>
          <a:xfrm rot="5400000">
            <a:off x="3516632" y="4442494"/>
            <a:ext cx="1633269" cy="2018210"/>
          </a:xfrm>
          <a:prstGeom prst="curvedConnector2">
            <a:avLst/>
          </a:prstGeom>
          <a:ln w="38100">
            <a:solidFill>
              <a:srgbClr val="CC323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9" name="Rechteck 98">
            <a:extLst>
              <a:ext uri="{FF2B5EF4-FFF2-40B4-BE49-F238E27FC236}">
                <a16:creationId xmlns:a16="http://schemas.microsoft.com/office/drawing/2014/main" id="{4883E46A-A54D-6D47-AC0A-43D31320B5E7}"/>
              </a:ext>
            </a:extLst>
          </p:cNvPr>
          <p:cNvSpPr/>
          <p:nvPr/>
        </p:nvSpPr>
        <p:spPr>
          <a:xfrm>
            <a:off x="227614" y="2497698"/>
            <a:ext cx="2186890" cy="38035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1604829-1461-92D9-76D3-721B30A924A3}"/>
              </a:ext>
            </a:extLst>
          </p:cNvPr>
          <p:cNvSpPr/>
          <p:nvPr/>
        </p:nvSpPr>
        <p:spPr>
          <a:xfrm>
            <a:off x="-21672" y="-13156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51112348-07FD-346A-9389-DDA9B73F1B02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Monitoring (Empfangen)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CBB4436-C322-4E9B-7B6D-7EE909A4BB49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73B93433-02B1-69BF-7CDF-17904E175593}"/>
              </a:ext>
            </a:extLst>
          </p:cNvPr>
          <p:cNvCxnSpPr>
            <a:cxnSpLocks/>
          </p:cNvCxnSpPr>
          <p:nvPr/>
        </p:nvCxnSpPr>
        <p:spPr>
          <a:xfrm>
            <a:off x="6911541" y="1369543"/>
            <a:ext cx="0" cy="4634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3304D182-4950-7AAF-9A73-A2089D65E14B}"/>
              </a:ext>
            </a:extLst>
          </p:cNvPr>
          <p:cNvSpPr txBox="1"/>
          <p:nvPr/>
        </p:nvSpPr>
        <p:spPr>
          <a:xfrm>
            <a:off x="7106540" y="1598870"/>
            <a:ext cx="47276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de-DE" dirty="0"/>
              <a:t>Drittes Intervall geht bis </a:t>
            </a:r>
            <a:r>
              <a:rPr lang="de-DE" b="1" i="1" dirty="0" err="1"/>
              <a:t>consume_skb</a:t>
            </a:r>
            <a:endParaRPr lang="de-DE" b="1" i="1" dirty="0"/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de-DE" dirty="0"/>
              <a:t>Zeit im MAC-Layer von Server und Client und Zeit im Medium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de-DE" dirty="0"/>
              <a:t>Zeit im Link-Layer des Empfängers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de-DE" dirty="0"/>
              <a:t>Keine weiteren </a:t>
            </a:r>
            <a:r>
              <a:rPr lang="de-DE" dirty="0" err="1"/>
              <a:t>Tracepoints</a:t>
            </a:r>
            <a:r>
              <a:rPr lang="de-DE" dirty="0"/>
              <a:t> vorhanden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de-DE" dirty="0"/>
              <a:t>Erstes Intervall beim Empfangen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95EFF585-186C-B191-E4B7-BF76FC82F59E}"/>
              </a:ext>
            </a:extLst>
          </p:cNvPr>
          <p:cNvSpPr/>
          <p:nvPr/>
        </p:nvSpPr>
        <p:spPr>
          <a:xfrm>
            <a:off x="3982644" y="5663016"/>
            <a:ext cx="1824991" cy="40800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Transport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b="1" dirty="0">
                <a:solidFill>
                  <a:schemeClr val="tx1"/>
                </a:solidFill>
              </a:rPr>
              <a:t>Layer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AD69940E-8AC2-C3E6-570E-57A8B9F9F216}"/>
              </a:ext>
            </a:extLst>
          </p:cNvPr>
          <p:cNvSpPr/>
          <p:nvPr/>
        </p:nvSpPr>
        <p:spPr>
          <a:xfrm>
            <a:off x="3960547" y="5190115"/>
            <a:ext cx="1824991" cy="4080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Network Layer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BE4267D-24FE-5B54-9AD3-52A4EC39ECD1}"/>
              </a:ext>
            </a:extLst>
          </p:cNvPr>
          <p:cNvSpPr/>
          <p:nvPr/>
        </p:nvSpPr>
        <p:spPr>
          <a:xfrm>
            <a:off x="3311151" y="3222647"/>
            <a:ext cx="2088756" cy="136973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NAPI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6A1FCD46-D05A-DF34-A471-9D2EB5ED05D4}"/>
              </a:ext>
            </a:extLst>
          </p:cNvPr>
          <p:cNvSpPr/>
          <p:nvPr/>
        </p:nvSpPr>
        <p:spPr>
          <a:xfrm>
            <a:off x="3434453" y="3771251"/>
            <a:ext cx="1824991" cy="624437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Poll Queue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53AE05E-27B0-8BAF-0CA5-8F8ED87A0F6B}"/>
              </a:ext>
            </a:extLst>
          </p:cNvPr>
          <p:cNvSpPr/>
          <p:nvPr/>
        </p:nvSpPr>
        <p:spPr>
          <a:xfrm>
            <a:off x="3743691" y="4135749"/>
            <a:ext cx="373380" cy="195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A4E11CC-7623-7C34-1FE3-B3A4673ABFD8}"/>
              </a:ext>
            </a:extLst>
          </p:cNvPr>
          <p:cNvSpPr/>
          <p:nvPr/>
        </p:nvSpPr>
        <p:spPr>
          <a:xfrm>
            <a:off x="4153522" y="4135748"/>
            <a:ext cx="373380" cy="195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658A670-E45B-49AB-AAEF-2BCAA7200476}"/>
              </a:ext>
            </a:extLst>
          </p:cNvPr>
          <p:cNvSpPr/>
          <p:nvPr/>
        </p:nvSpPr>
        <p:spPr>
          <a:xfrm>
            <a:off x="4570845" y="4135748"/>
            <a:ext cx="373380" cy="195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34FE13B7-43BF-D198-10C3-E318E888EF12}"/>
              </a:ext>
            </a:extLst>
          </p:cNvPr>
          <p:cNvSpPr/>
          <p:nvPr/>
        </p:nvSpPr>
        <p:spPr>
          <a:xfrm>
            <a:off x="2002126" y="1439981"/>
            <a:ext cx="373380" cy="195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CBCACB92-2F6B-BEFA-C7EC-855205924032}"/>
              </a:ext>
            </a:extLst>
          </p:cNvPr>
          <p:cNvSpPr/>
          <p:nvPr/>
        </p:nvSpPr>
        <p:spPr>
          <a:xfrm>
            <a:off x="5730290" y="2491836"/>
            <a:ext cx="914400" cy="9144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Kernel Space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3D763407-77DD-0780-E9E6-D5FB55A89A6A}"/>
              </a:ext>
            </a:extLst>
          </p:cNvPr>
          <p:cNvSpPr/>
          <p:nvPr/>
        </p:nvSpPr>
        <p:spPr>
          <a:xfrm>
            <a:off x="233399" y="2491836"/>
            <a:ext cx="914400" cy="9144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User Space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4ECF66D7-8BCF-9C4A-1B5A-F73617C46AA3}"/>
              </a:ext>
            </a:extLst>
          </p:cNvPr>
          <p:cNvSpPr/>
          <p:nvPr/>
        </p:nvSpPr>
        <p:spPr>
          <a:xfrm>
            <a:off x="595774" y="3700216"/>
            <a:ext cx="1479117" cy="87707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Applikation</a:t>
            </a:r>
          </a:p>
        </p:txBody>
      </p:sp>
      <p:sp>
        <p:nvSpPr>
          <p:cNvPr id="101" name="Zylinder 100">
            <a:extLst>
              <a:ext uri="{FF2B5EF4-FFF2-40B4-BE49-F238E27FC236}">
                <a16:creationId xmlns:a16="http://schemas.microsoft.com/office/drawing/2014/main" id="{115E6493-B934-29CF-D283-A62391B57E5C}"/>
              </a:ext>
            </a:extLst>
          </p:cNvPr>
          <p:cNvSpPr/>
          <p:nvPr/>
        </p:nvSpPr>
        <p:spPr>
          <a:xfrm rot="16200000">
            <a:off x="2469539" y="5528676"/>
            <a:ext cx="230127" cy="1479116"/>
          </a:xfrm>
          <a:prstGeom prst="can">
            <a:avLst>
              <a:gd name="adj" fmla="val 21569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Systemcalls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BC1CB36-B34A-D43E-3640-196519315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1" y="3861028"/>
            <a:ext cx="877074" cy="87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EB70B318-5EB3-2F6F-0B57-B1A22ABB4011}"/>
              </a:ext>
            </a:extLst>
          </p:cNvPr>
          <p:cNvGrpSpPr/>
          <p:nvPr/>
        </p:nvGrpSpPr>
        <p:grpSpPr>
          <a:xfrm>
            <a:off x="1887331" y="4770739"/>
            <a:ext cx="1053442" cy="1051325"/>
            <a:chOff x="227614" y="5624068"/>
            <a:chExt cx="1053442" cy="1051325"/>
          </a:xfrm>
        </p:grpSpPr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E8E4DCEC-3207-6FA6-60EC-2511096E4782}"/>
                </a:ext>
              </a:extLst>
            </p:cNvPr>
            <p:cNvGrpSpPr/>
            <p:nvPr/>
          </p:nvGrpSpPr>
          <p:grpSpPr>
            <a:xfrm>
              <a:off x="227614" y="5624068"/>
              <a:ext cx="1053442" cy="1051325"/>
              <a:chOff x="4778408" y="2695456"/>
              <a:chExt cx="1053442" cy="1051325"/>
            </a:xfrm>
          </p:grpSpPr>
          <p:sp>
            <p:nvSpPr>
              <p:cNvPr id="113" name="Kreis: nicht ausgefüllt 112">
                <a:extLst>
                  <a:ext uri="{FF2B5EF4-FFF2-40B4-BE49-F238E27FC236}">
                    <a16:creationId xmlns:a16="http://schemas.microsoft.com/office/drawing/2014/main" id="{1E633643-DE03-8BDC-76FD-AF849E7E5627}"/>
                  </a:ext>
                </a:extLst>
              </p:cNvPr>
              <p:cNvSpPr/>
              <p:nvPr/>
            </p:nvSpPr>
            <p:spPr>
              <a:xfrm>
                <a:off x="4778408" y="2695456"/>
                <a:ext cx="1053442" cy="1051325"/>
              </a:xfrm>
              <a:prstGeom prst="donu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Halbbogen 113">
                <a:extLst>
                  <a:ext uri="{FF2B5EF4-FFF2-40B4-BE49-F238E27FC236}">
                    <a16:creationId xmlns:a16="http://schemas.microsoft.com/office/drawing/2014/main" id="{00824C75-F70C-53BD-8C22-4849E2B34D19}"/>
                  </a:ext>
                </a:extLst>
              </p:cNvPr>
              <p:cNvSpPr/>
              <p:nvPr/>
            </p:nvSpPr>
            <p:spPr>
              <a:xfrm>
                <a:off x="4836524" y="2740580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Halbbogen 114">
                <a:extLst>
                  <a:ext uri="{FF2B5EF4-FFF2-40B4-BE49-F238E27FC236}">
                    <a16:creationId xmlns:a16="http://schemas.microsoft.com/office/drawing/2014/main" id="{731D2760-D684-8497-8425-96ED62E51D92}"/>
                  </a:ext>
                </a:extLst>
              </p:cNvPr>
              <p:cNvSpPr/>
              <p:nvPr/>
            </p:nvSpPr>
            <p:spPr>
              <a:xfrm>
                <a:off x="4836524" y="2740580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  <a:solidFill>
                <a:srgbClr val="FFE9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Halbbogen 115">
                <a:extLst>
                  <a:ext uri="{FF2B5EF4-FFF2-40B4-BE49-F238E27FC236}">
                    <a16:creationId xmlns:a16="http://schemas.microsoft.com/office/drawing/2014/main" id="{974BDEC7-72F2-ED66-1DB3-40B1537DB946}"/>
                  </a:ext>
                </a:extLst>
              </p:cNvPr>
              <p:cNvSpPr/>
              <p:nvPr/>
            </p:nvSpPr>
            <p:spPr>
              <a:xfrm rot="19165931">
                <a:off x="4836524" y="2740579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  <a:solidFill>
                <a:srgbClr val="FFE9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Halbbogen 116">
                <a:extLst>
                  <a:ext uri="{FF2B5EF4-FFF2-40B4-BE49-F238E27FC236}">
                    <a16:creationId xmlns:a16="http://schemas.microsoft.com/office/drawing/2014/main" id="{BACEE768-1E84-2202-87E6-051091D8FBCC}"/>
                  </a:ext>
                </a:extLst>
              </p:cNvPr>
              <p:cNvSpPr/>
              <p:nvPr/>
            </p:nvSpPr>
            <p:spPr>
              <a:xfrm rot="2562692">
                <a:off x="4836524" y="2740578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  <a:solidFill>
                <a:srgbClr val="FFE9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Halbbogen 117">
                <a:extLst>
                  <a:ext uri="{FF2B5EF4-FFF2-40B4-BE49-F238E27FC236}">
                    <a16:creationId xmlns:a16="http://schemas.microsoft.com/office/drawing/2014/main" id="{67FDAA93-5C08-EDE9-1F49-DC5E263A9D10}"/>
                  </a:ext>
                </a:extLst>
              </p:cNvPr>
              <p:cNvSpPr/>
              <p:nvPr/>
            </p:nvSpPr>
            <p:spPr>
              <a:xfrm rot="16717079">
                <a:off x="4835674" y="2739244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  <a:solidFill>
                <a:srgbClr val="FFE9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8" name="Halbbogen 107">
              <a:extLst>
                <a:ext uri="{FF2B5EF4-FFF2-40B4-BE49-F238E27FC236}">
                  <a16:creationId xmlns:a16="http://schemas.microsoft.com/office/drawing/2014/main" id="{AB046E45-5A26-E7E0-DDC8-839954D96AF7}"/>
                </a:ext>
              </a:extLst>
            </p:cNvPr>
            <p:cNvSpPr/>
            <p:nvPr/>
          </p:nvSpPr>
          <p:spPr>
            <a:xfrm rot="4974561">
              <a:off x="272148" y="5664590"/>
              <a:ext cx="971519" cy="985285"/>
            </a:xfrm>
            <a:prstGeom prst="blockArc">
              <a:avLst>
                <a:gd name="adj1" fmla="val 13400321"/>
                <a:gd name="adj2" fmla="val 15395763"/>
                <a:gd name="adj3" fmla="val 17393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09" name="Halbbogen 108">
              <a:extLst>
                <a:ext uri="{FF2B5EF4-FFF2-40B4-BE49-F238E27FC236}">
                  <a16:creationId xmlns:a16="http://schemas.microsoft.com/office/drawing/2014/main" id="{958A1B95-DF32-F6BB-0F68-D028D547C4B7}"/>
                </a:ext>
              </a:extLst>
            </p:cNvPr>
            <p:cNvSpPr/>
            <p:nvPr/>
          </p:nvSpPr>
          <p:spPr>
            <a:xfrm rot="7433217">
              <a:off x="256508" y="5657143"/>
              <a:ext cx="971519" cy="985285"/>
            </a:xfrm>
            <a:prstGeom prst="blockArc">
              <a:avLst>
                <a:gd name="adj1" fmla="val 13400321"/>
                <a:gd name="adj2" fmla="val 15395763"/>
                <a:gd name="adj3" fmla="val 17393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10" name="Halbbogen 109">
              <a:extLst>
                <a:ext uri="{FF2B5EF4-FFF2-40B4-BE49-F238E27FC236}">
                  <a16:creationId xmlns:a16="http://schemas.microsoft.com/office/drawing/2014/main" id="{B23EA37A-0C0E-7162-CE54-EA69EF597149}"/>
                </a:ext>
              </a:extLst>
            </p:cNvPr>
            <p:cNvSpPr/>
            <p:nvPr/>
          </p:nvSpPr>
          <p:spPr>
            <a:xfrm rot="9781551">
              <a:off x="256509" y="5646226"/>
              <a:ext cx="971519" cy="985285"/>
            </a:xfrm>
            <a:prstGeom prst="blockArc">
              <a:avLst>
                <a:gd name="adj1" fmla="val 13400321"/>
                <a:gd name="adj2" fmla="val 15395763"/>
                <a:gd name="adj3" fmla="val 17393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11" name="Halbbogen 110">
              <a:extLst>
                <a:ext uri="{FF2B5EF4-FFF2-40B4-BE49-F238E27FC236}">
                  <a16:creationId xmlns:a16="http://schemas.microsoft.com/office/drawing/2014/main" id="{A0A25E52-E6EC-8DF1-7B95-239FCDB6D5AA}"/>
                </a:ext>
              </a:extLst>
            </p:cNvPr>
            <p:cNvSpPr/>
            <p:nvPr/>
          </p:nvSpPr>
          <p:spPr>
            <a:xfrm rot="12135957">
              <a:off x="260017" y="5643166"/>
              <a:ext cx="971519" cy="985285"/>
            </a:xfrm>
            <a:prstGeom prst="blockArc">
              <a:avLst>
                <a:gd name="adj1" fmla="val 13400321"/>
                <a:gd name="adj2" fmla="val 15234581"/>
                <a:gd name="adj3" fmla="val 17598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12" name="Halbbogen 111">
              <a:extLst>
                <a:ext uri="{FF2B5EF4-FFF2-40B4-BE49-F238E27FC236}">
                  <a16:creationId xmlns:a16="http://schemas.microsoft.com/office/drawing/2014/main" id="{052F2067-141D-E121-CB05-B291743A3EDE}"/>
                </a:ext>
              </a:extLst>
            </p:cNvPr>
            <p:cNvSpPr/>
            <p:nvPr/>
          </p:nvSpPr>
          <p:spPr>
            <a:xfrm rot="14393249">
              <a:off x="284379" y="5657087"/>
              <a:ext cx="971519" cy="985285"/>
            </a:xfrm>
            <a:prstGeom prst="blockArc">
              <a:avLst>
                <a:gd name="adj1" fmla="val 13540146"/>
                <a:gd name="adj2" fmla="val 15395763"/>
                <a:gd name="adj3" fmla="val 17393"/>
              </a:avLst>
            </a:prstGeom>
            <a:solidFill>
              <a:srgbClr val="FFE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119" name="Zylinder 118">
            <a:extLst>
              <a:ext uri="{FF2B5EF4-FFF2-40B4-BE49-F238E27FC236}">
                <a16:creationId xmlns:a16="http://schemas.microsoft.com/office/drawing/2014/main" id="{9992972D-7234-C9E2-3B7E-6A5332665371}"/>
              </a:ext>
            </a:extLst>
          </p:cNvPr>
          <p:cNvSpPr/>
          <p:nvPr/>
        </p:nvSpPr>
        <p:spPr>
          <a:xfrm rot="16200000">
            <a:off x="2346679" y="1815410"/>
            <a:ext cx="230127" cy="1479116"/>
          </a:xfrm>
          <a:prstGeom prst="can">
            <a:avLst>
              <a:gd name="adj" fmla="val 21569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Systemcalls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174" name="Flussdiagramm: Verbinder 173">
            <a:extLst>
              <a:ext uri="{FF2B5EF4-FFF2-40B4-BE49-F238E27FC236}">
                <a16:creationId xmlns:a16="http://schemas.microsoft.com/office/drawing/2014/main" id="{F0D11BEF-839E-840F-F637-A2304D42D795}"/>
              </a:ext>
            </a:extLst>
          </p:cNvPr>
          <p:cNvSpPr/>
          <p:nvPr/>
        </p:nvSpPr>
        <p:spPr>
          <a:xfrm>
            <a:off x="5228208" y="4417467"/>
            <a:ext cx="228325" cy="217498"/>
          </a:xfrm>
          <a:prstGeom prst="flowChartConnector">
            <a:avLst/>
          </a:prstGeom>
          <a:solidFill>
            <a:srgbClr val="FFE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82" name="Verbinder: gekrümmt 181">
            <a:extLst>
              <a:ext uri="{FF2B5EF4-FFF2-40B4-BE49-F238E27FC236}">
                <a16:creationId xmlns:a16="http://schemas.microsoft.com/office/drawing/2014/main" id="{4D61D932-F199-000F-501D-189FABF344E2}"/>
              </a:ext>
            </a:extLst>
          </p:cNvPr>
          <p:cNvCxnSpPr>
            <a:cxnSpLocks/>
            <a:stCxn id="73" idx="1"/>
            <a:endCxn id="62" idx="2"/>
          </p:cNvCxnSpPr>
          <p:nvPr/>
        </p:nvCxnSpPr>
        <p:spPr>
          <a:xfrm flipV="1">
            <a:off x="1848544" y="1517318"/>
            <a:ext cx="3471570" cy="10063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4">
            <a:extLst>
              <a:ext uri="{FF2B5EF4-FFF2-40B4-BE49-F238E27FC236}">
                <a16:creationId xmlns:a16="http://schemas.microsoft.com/office/drawing/2014/main" id="{D44B1C26-E227-10B0-E732-620F2A8730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2" t="21576" r="64263" b="19243"/>
          <a:stretch>
            <a:fillRect/>
          </a:stretch>
        </p:blipFill>
        <p:spPr bwMode="auto">
          <a:xfrm>
            <a:off x="2232984" y="5145129"/>
            <a:ext cx="280006" cy="32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Rechteck: abgerundete Ecken 47">
            <a:extLst>
              <a:ext uri="{FF2B5EF4-FFF2-40B4-BE49-F238E27FC236}">
                <a16:creationId xmlns:a16="http://schemas.microsoft.com/office/drawing/2014/main" id="{13252C41-5C8A-EF5C-0B67-CA7EEAB58F4F}"/>
              </a:ext>
            </a:extLst>
          </p:cNvPr>
          <p:cNvSpPr/>
          <p:nvPr/>
        </p:nvSpPr>
        <p:spPr>
          <a:xfrm>
            <a:off x="2657834" y="938573"/>
            <a:ext cx="711775" cy="118872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NIC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62A5AE7E-2669-EFA3-0363-F94EE21EFDCB}"/>
              </a:ext>
            </a:extLst>
          </p:cNvPr>
          <p:cNvGrpSpPr/>
          <p:nvPr/>
        </p:nvGrpSpPr>
        <p:grpSpPr>
          <a:xfrm>
            <a:off x="5320114" y="991655"/>
            <a:ext cx="1053442" cy="1051325"/>
            <a:chOff x="227614" y="5624068"/>
            <a:chExt cx="1053442" cy="1051325"/>
          </a:xfrm>
        </p:grpSpPr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9A7D5653-09F4-05A6-1D1E-DC360C04CC3B}"/>
                </a:ext>
              </a:extLst>
            </p:cNvPr>
            <p:cNvGrpSpPr/>
            <p:nvPr/>
          </p:nvGrpSpPr>
          <p:grpSpPr>
            <a:xfrm>
              <a:off x="227614" y="5624068"/>
              <a:ext cx="1053442" cy="1051325"/>
              <a:chOff x="4778408" y="2695456"/>
              <a:chExt cx="1053442" cy="1051325"/>
            </a:xfrm>
          </p:grpSpPr>
          <p:sp>
            <p:nvSpPr>
              <p:cNvPr id="62" name="Kreis: nicht ausgefüllt 61">
                <a:extLst>
                  <a:ext uri="{FF2B5EF4-FFF2-40B4-BE49-F238E27FC236}">
                    <a16:creationId xmlns:a16="http://schemas.microsoft.com/office/drawing/2014/main" id="{ED6E01C8-2B66-E27A-4F93-85C7AA3B2460}"/>
                  </a:ext>
                </a:extLst>
              </p:cNvPr>
              <p:cNvSpPr/>
              <p:nvPr/>
            </p:nvSpPr>
            <p:spPr>
              <a:xfrm>
                <a:off x="4778408" y="2695456"/>
                <a:ext cx="1053442" cy="1051325"/>
              </a:xfrm>
              <a:prstGeom prst="donu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Halbbogen 62">
                <a:extLst>
                  <a:ext uri="{FF2B5EF4-FFF2-40B4-BE49-F238E27FC236}">
                    <a16:creationId xmlns:a16="http://schemas.microsoft.com/office/drawing/2014/main" id="{4D224B64-FDB2-1915-160B-7C995D777B24}"/>
                  </a:ext>
                </a:extLst>
              </p:cNvPr>
              <p:cNvSpPr/>
              <p:nvPr/>
            </p:nvSpPr>
            <p:spPr>
              <a:xfrm>
                <a:off x="4836524" y="2740580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Halbbogen 63">
                <a:extLst>
                  <a:ext uri="{FF2B5EF4-FFF2-40B4-BE49-F238E27FC236}">
                    <a16:creationId xmlns:a16="http://schemas.microsoft.com/office/drawing/2014/main" id="{792F19B3-3B1D-A3D7-EC0F-F1D513FF79BF}"/>
                  </a:ext>
                </a:extLst>
              </p:cNvPr>
              <p:cNvSpPr/>
              <p:nvPr/>
            </p:nvSpPr>
            <p:spPr>
              <a:xfrm>
                <a:off x="4836524" y="2740580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Halbbogen 64">
                <a:extLst>
                  <a:ext uri="{FF2B5EF4-FFF2-40B4-BE49-F238E27FC236}">
                    <a16:creationId xmlns:a16="http://schemas.microsoft.com/office/drawing/2014/main" id="{DA889848-2850-9344-7245-3E478476F217}"/>
                  </a:ext>
                </a:extLst>
              </p:cNvPr>
              <p:cNvSpPr/>
              <p:nvPr/>
            </p:nvSpPr>
            <p:spPr>
              <a:xfrm rot="19165931">
                <a:off x="4836524" y="2740579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Halbbogen 65">
                <a:extLst>
                  <a:ext uri="{FF2B5EF4-FFF2-40B4-BE49-F238E27FC236}">
                    <a16:creationId xmlns:a16="http://schemas.microsoft.com/office/drawing/2014/main" id="{64B24979-04D0-F32A-E494-0CCDFEA9CA3E}"/>
                  </a:ext>
                </a:extLst>
              </p:cNvPr>
              <p:cNvSpPr/>
              <p:nvPr/>
            </p:nvSpPr>
            <p:spPr>
              <a:xfrm rot="2562692">
                <a:off x="4836524" y="2740578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Halbbogen 66">
                <a:extLst>
                  <a:ext uri="{FF2B5EF4-FFF2-40B4-BE49-F238E27FC236}">
                    <a16:creationId xmlns:a16="http://schemas.microsoft.com/office/drawing/2014/main" id="{B286D750-1FFE-3D90-3167-23FACCCB4933}"/>
                  </a:ext>
                </a:extLst>
              </p:cNvPr>
              <p:cNvSpPr/>
              <p:nvPr/>
            </p:nvSpPr>
            <p:spPr>
              <a:xfrm rot="16717079">
                <a:off x="4835674" y="2739244"/>
                <a:ext cx="971519" cy="985285"/>
              </a:xfrm>
              <a:prstGeom prst="blockArc">
                <a:avLst>
                  <a:gd name="adj1" fmla="val 13400321"/>
                  <a:gd name="adj2" fmla="val 15395763"/>
                  <a:gd name="adj3" fmla="val 17393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2" name="Halbbogen 51">
              <a:extLst>
                <a:ext uri="{FF2B5EF4-FFF2-40B4-BE49-F238E27FC236}">
                  <a16:creationId xmlns:a16="http://schemas.microsoft.com/office/drawing/2014/main" id="{1995C13B-8F36-BA2E-0F8A-BEFDFD29F903}"/>
                </a:ext>
              </a:extLst>
            </p:cNvPr>
            <p:cNvSpPr/>
            <p:nvPr/>
          </p:nvSpPr>
          <p:spPr>
            <a:xfrm rot="4974561">
              <a:off x="272148" y="5664590"/>
              <a:ext cx="971519" cy="985285"/>
            </a:xfrm>
            <a:prstGeom prst="blockArc">
              <a:avLst>
                <a:gd name="adj1" fmla="val 13400321"/>
                <a:gd name="adj2" fmla="val 15395763"/>
                <a:gd name="adj3" fmla="val 17393"/>
              </a:avLst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53" name="Halbbogen 52">
              <a:extLst>
                <a:ext uri="{FF2B5EF4-FFF2-40B4-BE49-F238E27FC236}">
                  <a16:creationId xmlns:a16="http://schemas.microsoft.com/office/drawing/2014/main" id="{9C215183-1780-5365-FC0F-19BB56C6CA54}"/>
                </a:ext>
              </a:extLst>
            </p:cNvPr>
            <p:cNvSpPr/>
            <p:nvPr/>
          </p:nvSpPr>
          <p:spPr>
            <a:xfrm rot="7433217">
              <a:off x="256508" y="5657143"/>
              <a:ext cx="971519" cy="985285"/>
            </a:xfrm>
            <a:prstGeom prst="blockArc">
              <a:avLst>
                <a:gd name="adj1" fmla="val 13400321"/>
                <a:gd name="adj2" fmla="val 15395763"/>
                <a:gd name="adj3" fmla="val 17393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59" name="Halbbogen 58">
              <a:extLst>
                <a:ext uri="{FF2B5EF4-FFF2-40B4-BE49-F238E27FC236}">
                  <a16:creationId xmlns:a16="http://schemas.microsoft.com/office/drawing/2014/main" id="{63BFD56E-5E45-EFEC-C825-BC6BE8829D6B}"/>
                </a:ext>
              </a:extLst>
            </p:cNvPr>
            <p:cNvSpPr/>
            <p:nvPr/>
          </p:nvSpPr>
          <p:spPr>
            <a:xfrm rot="9781551">
              <a:off x="256509" y="5646226"/>
              <a:ext cx="971519" cy="985285"/>
            </a:xfrm>
            <a:prstGeom prst="blockArc">
              <a:avLst>
                <a:gd name="adj1" fmla="val 13400321"/>
                <a:gd name="adj2" fmla="val 15395763"/>
                <a:gd name="adj3" fmla="val 17393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60" name="Halbbogen 59">
              <a:extLst>
                <a:ext uri="{FF2B5EF4-FFF2-40B4-BE49-F238E27FC236}">
                  <a16:creationId xmlns:a16="http://schemas.microsoft.com/office/drawing/2014/main" id="{C4C79CEC-B4A0-81F7-A7BF-262E3EF9512E}"/>
                </a:ext>
              </a:extLst>
            </p:cNvPr>
            <p:cNvSpPr/>
            <p:nvPr/>
          </p:nvSpPr>
          <p:spPr>
            <a:xfrm rot="12135957">
              <a:off x="260017" y="5643166"/>
              <a:ext cx="971519" cy="985285"/>
            </a:xfrm>
            <a:prstGeom prst="blockArc">
              <a:avLst>
                <a:gd name="adj1" fmla="val 13400321"/>
                <a:gd name="adj2" fmla="val 15234581"/>
                <a:gd name="adj3" fmla="val 17598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61" name="Halbbogen 60">
              <a:extLst>
                <a:ext uri="{FF2B5EF4-FFF2-40B4-BE49-F238E27FC236}">
                  <a16:creationId xmlns:a16="http://schemas.microsoft.com/office/drawing/2014/main" id="{ABABA8CA-6828-DD5B-430B-D31816C1F84F}"/>
                </a:ext>
              </a:extLst>
            </p:cNvPr>
            <p:cNvSpPr/>
            <p:nvPr/>
          </p:nvSpPr>
          <p:spPr>
            <a:xfrm rot="14393249">
              <a:off x="284379" y="5657087"/>
              <a:ext cx="971519" cy="985285"/>
            </a:xfrm>
            <a:prstGeom prst="blockArc">
              <a:avLst>
                <a:gd name="adj1" fmla="val 13540146"/>
                <a:gd name="adj2" fmla="val 15395763"/>
                <a:gd name="adj3" fmla="val 1739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68" name="Zylinder 67">
            <a:extLst>
              <a:ext uri="{FF2B5EF4-FFF2-40B4-BE49-F238E27FC236}">
                <a16:creationId xmlns:a16="http://schemas.microsoft.com/office/drawing/2014/main" id="{A9D6C7C4-7E3D-C710-F1BB-E0A51F17AD01}"/>
              </a:ext>
            </a:extLst>
          </p:cNvPr>
          <p:cNvSpPr/>
          <p:nvPr/>
        </p:nvSpPr>
        <p:spPr>
          <a:xfrm rot="5400000">
            <a:off x="4192474" y="1047847"/>
            <a:ext cx="230127" cy="968755"/>
          </a:xfrm>
          <a:prstGeom prst="can">
            <a:avLst>
              <a:gd name="adj" fmla="val 21569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DMA</a:t>
            </a:r>
          </a:p>
        </p:txBody>
      </p:sp>
      <p:pic>
        <p:nvPicPr>
          <p:cNvPr id="73" name="Picture 4">
            <a:extLst>
              <a:ext uri="{FF2B5EF4-FFF2-40B4-BE49-F238E27FC236}">
                <a16:creationId xmlns:a16="http://schemas.microsoft.com/office/drawing/2014/main" id="{AEC14261-FD21-7396-CD9C-05BA5F180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8151" y="1178424"/>
            <a:ext cx="1780393" cy="697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Textfeld 75">
            <a:extLst>
              <a:ext uri="{FF2B5EF4-FFF2-40B4-BE49-F238E27FC236}">
                <a16:creationId xmlns:a16="http://schemas.microsoft.com/office/drawing/2014/main" id="{29117F8A-6B6A-6512-4C35-BC5E12991AE1}"/>
              </a:ext>
            </a:extLst>
          </p:cNvPr>
          <p:cNvSpPr txBox="1"/>
          <p:nvPr/>
        </p:nvSpPr>
        <p:spPr>
          <a:xfrm>
            <a:off x="5347359" y="2088104"/>
            <a:ext cx="100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RX-Ring</a:t>
            </a:r>
          </a:p>
        </p:txBody>
      </p:sp>
      <p:cxnSp>
        <p:nvCxnSpPr>
          <p:cNvPr id="88" name="Verbinder: gekrümmt 87">
            <a:extLst>
              <a:ext uri="{FF2B5EF4-FFF2-40B4-BE49-F238E27FC236}">
                <a16:creationId xmlns:a16="http://schemas.microsoft.com/office/drawing/2014/main" id="{02CEC73F-11F5-E7E1-A38A-ACF03F5006C5}"/>
              </a:ext>
            </a:extLst>
          </p:cNvPr>
          <p:cNvCxnSpPr>
            <a:stCxn id="62" idx="3"/>
            <a:endCxn id="16" idx="1"/>
          </p:cNvCxnSpPr>
          <p:nvPr/>
        </p:nvCxnSpPr>
        <p:spPr>
          <a:xfrm rot="5400000">
            <a:off x="3436879" y="2195829"/>
            <a:ext cx="2344320" cy="1730696"/>
          </a:xfrm>
          <a:prstGeom prst="curvedConnector4">
            <a:avLst>
              <a:gd name="adj1" fmla="val 14731"/>
              <a:gd name="adj2" fmla="val 113209"/>
            </a:avLst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3" name="Rechteck 92">
            <a:extLst>
              <a:ext uri="{FF2B5EF4-FFF2-40B4-BE49-F238E27FC236}">
                <a16:creationId xmlns:a16="http://schemas.microsoft.com/office/drawing/2014/main" id="{31719034-A19B-640C-6E28-9AE61B4028B9}"/>
              </a:ext>
            </a:extLst>
          </p:cNvPr>
          <p:cNvSpPr/>
          <p:nvPr/>
        </p:nvSpPr>
        <p:spPr>
          <a:xfrm>
            <a:off x="4444052" y="2074150"/>
            <a:ext cx="373380" cy="195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1" name="Verbinder: gekrümmt 120">
            <a:extLst>
              <a:ext uri="{FF2B5EF4-FFF2-40B4-BE49-F238E27FC236}">
                <a16:creationId xmlns:a16="http://schemas.microsoft.com/office/drawing/2014/main" id="{34D613D2-ECA0-984D-15B7-F727DBBA536E}"/>
              </a:ext>
            </a:extLst>
          </p:cNvPr>
          <p:cNvCxnSpPr>
            <a:cxnSpLocks/>
            <a:stCxn id="18" idx="3"/>
            <a:endCxn id="174" idx="0"/>
          </p:cNvCxnSpPr>
          <p:nvPr/>
        </p:nvCxnSpPr>
        <p:spPr>
          <a:xfrm>
            <a:off x="4944225" y="4233336"/>
            <a:ext cx="398146" cy="184131"/>
          </a:xfrm>
          <a:prstGeom prst="curvedConnector2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73" name="Picture 4">
            <a:extLst>
              <a:ext uri="{FF2B5EF4-FFF2-40B4-BE49-F238E27FC236}">
                <a16:creationId xmlns:a16="http://schemas.microsoft.com/office/drawing/2014/main" id="{7D4BFF50-5177-A4B9-22A1-777868966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715" y="3847824"/>
            <a:ext cx="1036858" cy="54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" name="Rechteck 124">
            <a:extLst>
              <a:ext uri="{FF2B5EF4-FFF2-40B4-BE49-F238E27FC236}">
                <a16:creationId xmlns:a16="http://schemas.microsoft.com/office/drawing/2014/main" id="{D12EF7F4-A687-C2D7-1E9B-8A9594B4289F}"/>
              </a:ext>
            </a:extLst>
          </p:cNvPr>
          <p:cNvSpPr/>
          <p:nvPr/>
        </p:nvSpPr>
        <p:spPr>
          <a:xfrm>
            <a:off x="5127093" y="4748826"/>
            <a:ext cx="373380" cy="195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9" name="Verbinder: gekrümmt 128">
            <a:extLst>
              <a:ext uri="{FF2B5EF4-FFF2-40B4-BE49-F238E27FC236}">
                <a16:creationId xmlns:a16="http://schemas.microsoft.com/office/drawing/2014/main" id="{93865DC4-EB13-9963-BC93-3D94687BAAF0}"/>
              </a:ext>
            </a:extLst>
          </p:cNvPr>
          <p:cNvCxnSpPr>
            <a:cxnSpLocks/>
            <a:stCxn id="101" idx="0"/>
          </p:cNvCxnSpPr>
          <p:nvPr/>
        </p:nvCxnSpPr>
        <p:spPr>
          <a:xfrm rot="10800000">
            <a:off x="1312005" y="4577290"/>
            <a:ext cx="582677" cy="1690944"/>
          </a:xfrm>
          <a:prstGeom prst="curvedConnector2">
            <a:avLst/>
          </a:prstGeom>
          <a:ln w="38100">
            <a:solidFill>
              <a:srgbClr val="CC3232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7" name="Verbinder: gekrümmt 136">
            <a:extLst>
              <a:ext uri="{FF2B5EF4-FFF2-40B4-BE49-F238E27FC236}">
                <a16:creationId xmlns:a16="http://schemas.microsoft.com/office/drawing/2014/main" id="{25913F54-FB26-C3D9-44CE-8648120ECDB0}"/>
              </a:ext>
            </a:extLst>
          </p:cNvPr>
          <p:cNvCxnSpPr>
            <a:stCxn id="174" idx="3"/>
            <a:endCxn id="113" idx="7"/>
          </p:cNvCxnSpPr>
          <p:nvPr/>
        </p:nvCxnSpPr>
        <p:spPr>
          <a:xfrm rot="5400000">
            <a:off x="3838148" y="3587414"/>
            <a:ext cx="407799" cy="2439197"/>
          </a:xfrm>
          <a:prstGeom prst="curvedConnector2">
            <a:avLst/>
          </a:prstGeom>
          <a:ln w="38100">
            <a:solidFill>
              <a:srgbClr val="FFE9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Verbinder: gekrümmt 138">
            <a:extLst>
              <a:ext uri="{FF2B5EF4-FFF2-40B4-BE49-F238E27FC236}">
                <a16:creationId xmlns:a16="http://schemas.microsoft.com/office/drawing/2014/main" id="{9C9A65A2-85D9-7132-AC5B-A5920A2EE93E}"/>
              </a:ext>
            </a:extLst>
          </p:cNvPr>
          <p:cNvCxnSpPr>
            <a:cxnSpLocks/>
            <a:stCxn id="119" idx="0"/>
            <a:endCxn id="2" idx="0"/>
          </p:cNvCxnSpPr>
          <p:nvPr/>
        </p:nvCxnSpPr>
        <p:spPr>
          <a:xfrm rot="10800000" flipV="1">
            <a:off x="1335333" y="2554968"/>
            <a:ext cx="436488" cy="1145248"/>
          </a:xfrm>
          <a:prstGeom prst="curvedConnector2">
            <a:avLst/>
          </a:prstGeom>
          <a:ln w="38100">
            <a:solidFill>
              <a:srgbClr val="FFE9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Verbinder: gekrümmt 142">
            <a:extLst>
              <a:ext uri="{FF2B5EF4-FFF2-40B4-BE49-F238E27FC236}">
                <a16:creationId xmlns:a16="http://schemas.microsoft.com/office/drawing/2014/main" id="{9370A7FE-38C6-9B5D-8E4C-CAE724AF8E75}"/>
              </a:ext>
            </a:extLst>
          </p:cNvPr>
          <p:cNvCxnSpPr>
            <a:cxnSpLocks/>
            <a:stCxn id="119" idx="3"/>
            <a:endCxn id="113" idx="0"/>
          </p:cNvCxnSpPr>
          <p:nvPr/>
        </p:nvCxnSpPr>
        <p:spPr>
          <a:xfrm flipH="1">
            <a:off x="2414052" y="2554967"/>
            <a:ext cx="787249" cy="2215772"/>
          </a:xfrm>
          <a:prstGeom prst="curvedConnector4">
            <a:avLst>
              <a:gd name="adj1" fmla="val -29038"/>
              <a:gd name="adj2" fmla="val 31152"/>
            </a:avLst>
          </a:prstGeom>
          <a:ln w="38100">
            <a:solidFill>
              <a:srgbClr val="FFE9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Fußzeilenplatzhalter 150">
            <a:extLst>
              <a:ext uri="{FF2B5EF4-FFF2-40B4-BE49-F238E27FC236}">
                <a16:creationId xmlns:a16="http://schemas.microsoft.com/office/drawing/2014/main" id="{6AFC9CA7-A739-A7C9-8080-5AFBF329E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152" name="Foliennummernplatzhalter 151">
            <a:extLst>
              <a:ext uri="{FF2B5EF4-FFF2-40B4-BE49-F238E27FC236}">
                <a16:creationId xmlns:a16="http://schemas.microsoft.com/office/drawing/2014/main" id="{C07DE080-170A-E141-D260-FB14CC699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9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79D007E-50D8-943C-9AB3-D88A39AB57F0}"/>
              </a:ext>
            </a:extLst>
          </p:cNvPr>
          <p:cNvSpPr txBox="1"/>
          <p:nvPr/>
        </p:nvSpPr>
        <p:spPr>
          <a:xfrm>
            <a:off x="7108777" y="3492609"/>
            <a:ext cx="472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C3232"/>
              </a:buClr>
              <a:buFont typeface="Wingdings" panose="05000000000000000000" pitchFamily="2" charset="2"/>
              <a:buChar char="Ø"/>
            </a:pPr>
            <a:r>
              <a:rPr lang="de-DE" dirty="0"/>
              <a:t>Viertes Intervall zurück zur Applikation</a:t>
            </a:r>
          </a:p>
          <a:p>
            <a:pPr marL="742950" lvl="1" indent="-285750">
              <a:buClr>
                <a:srgbClr val="CC3232"/>
              </a:buClr>
              <a:buFont typeface="Wingdings" panose="05000000000000000000" pitchFamily="2" charset="2"/>
              <a:buChar char="Ø"/>
            </a:pPr>
            <a:r>
              <a:rPr lang="de-DE" dirty="0"/>
              <a:t>Zeit in Network – und Transport Layer</a:t>
            </a:r>
          </a:p>
          <a:p>
            <a:pPr marL="742950" lvl="1" indent="-285750">
              <a:buClr>
                <a:srgbClr val="CC3232"/>
              </a:buClr>
              <a:buFont typeface="Wingdings" panose="05000000000000000000" pitchFamily="2" charset="2"/>
              <a:buChar char="Ø"/>
            </a:pPr>
            <a:r>
              <a:rPr lang="de-DE" dirty="0"/>
              <a:t>Zeit im </a:t>
            </a:r>
            <a:r>
              <a:rPr lang="de-DE" dirty="0" err="1"/>
              <a:t>Systemcall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641ECBF-81B8-F8EA-98CE-8576ABF7CCB9}"/>
              </a:ext>
            </a:extLst>
          </p:cNvPr>
          <p:cNvSpPr txBox="1"/>
          <p:nvPr/>
        </p:nvSpPr>
        <p:spPr>
          <a:xfrm>
            <a:off x="7106540" y="4551585"/>
            <a:ext cx="4727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de-DE" dirty="0"/>
              <a:t>Einfacher Weg unterteilt in vier Intervalle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de-DE" dirty="0"/>
              <a:t>RRT kann in acht Intervalle unterteilt werden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32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3" grpId="0" animBg="1"/>
      <p:bldP spid="4" grpId="0" animBg="1"/>
      <p:bldP spid="94" grpId="0" animBg="1"/>
      <p:bldP spid="174" grpId="0" animBg="1"/>
      <p:bldP spid="93" grpId="0" animBg="1"/>
      <p:bldP spid="125" grpId="0" animBg="1"/>
      <p:bldP spid="8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947B3-43AC-FFF6-A329-E232B10A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6DFC7464-8C68-A810-BA1A-293427689789}"/>
              </a:ext>
            </a:extLst>
          </p:cNvPr>
          <p:cNvSpPr/>
          <p:nvPr/>
        </p:nvSpPr>
        <p:spPr>
          <a:xfrm>
            <a:off x="-1" y="0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F964B83C-61EE-C3F8-A89F-52E3BC32DE6D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Einflussfaktoren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804A93D-7063-C078-8C42-9A7FE74732A0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D23957-5BC3-75B7-9A8A-A8A769CF2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Jakob Hasche, 15.01.2026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2BA327A-EF9A-E80F-FEBE-DC898DEE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10</a:t>
            </a:fld>
            <a:endParaRPr lang="de-DE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3CB61D9-E43D-CA7F-F6D6-03683E23CF28}"/>
              </a:ext>
            </a:extLst>
          </p:cNvPr>
          <p:cNvCxnSpPr>
            <a:cxnSpLocks/>
          </p:cNvCxnSpPr>
          <p:nvPr/>
        </p:nvCxnSpPr>
        <p:spPr>
          <a:xfrm>
            <a:off x="6911541" y="1369543"/>
            <a:ext cx="0" cy="4634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493DFA39-E203-A771-5EB2-6589019A1DA2}"/>
              </a:ext>
            </a:extLst>
          </p:cNvPr>
          <p:cNvSpPr txBox="1"/>
          <p:nvPr/>
        </p:nvSpPr>
        <p:spPr>
          <a:xfrm>
            <a:off x="7125895" y="1248770"/>
            <a:ext cx="472762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Wi-Fi Konfiguration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Wi-Fi Standard 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de-DE" dirty="0"/>
              <a:t>4 – 6e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de-DE" dirty="0"/>
              <a:t>Verschiedene Technologien (OFDMA)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Frequenz (2,4 GHz, 5 GHz und 6 GHz)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Bandbreite (20MHz – 160 MHz)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Wi-Fi verwandte Technologien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Protokolltyp (UDP und TCP)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QoS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de-DE" dirty="0" err="1"/>
              <a:t>Qdisc</a:t>
            </a:r>
            <a:r>
              <a:rPr lang="de-DE" dirty="0"/>
              <a:t> (</a:t>
            </a:r>
            <a:r>
              <a:rPr lang="de-DE" dirty="0" err="1"/>
              <a:t>Prio</a:t>
            </a:r>
            <a:r>
              <a:rPr lang="de-DE" dirty="0"/>
              <a:t> und HTB)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de-DE" dirty="0"/>
              <a:t>DSCP </a:t>
            </a:r>
            <a:r>
              <a:rPr lang="de-DE" dirty="0" err="1"/>
              <a:t>Flag</a:t>
            </a:r>
            <a:r>
              <a:rPr lang="de-DE" dirty="0"/>
              <a:t> für AC-Kategorien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Umgebung (Interferenzen)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Aus all diesen Faktoren ergeben sich 112 verschiedene Kombinationen pro Umgebung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823BDD1A-5607-10C6-C087-BFD1661F9B50}"/>
              </a:ext>
            </a:extLst>
          </p:cNvPr>
          <p:cNvSpPr/>
          <p:nvPr/>
        </p:nvSpPr>
        <p:spPr>
          <a:xfrm>
            <a:off x="464434" y="1288103"/>
            <a:ext cx="5234605" cy="70498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Standard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7F153E95-575A-9FC0-52CA-2131569D8BBD}"/>
              </a:ext>
            </a:extLst>
          </p:cNvPr>
          <p:cNvSpPr/>
          <p:nvPr/>
        </p:nvSpPr>
        <p:spPr>
          <a:xfrm>
            <a:off x="464434" y="2095153"/>
            <a:ext cx="5234605" cy="70498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Frequenz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32873D22-DC79-99AF-BE80-29DBD3997C6F}"/>
              </a:ext>
            </a:extLst>
          </p:cNvPr>
          <p:cNvSpPr/>
          <p:nvPr/>
        </p:nvSpPr>
        <p:spPr>
          <a:xfrm>
            <a:off x="464434" y="2917949"/>
            <a:ext cx="5234605" cy="70498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Bandbreite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11DA1D7D-91EA-52CD-9FA0-72D25DF9F35A}"/>
              </a:ext>
            </a:extLst>
          </p:cNvPr>
          <p:cNvSpPr/>
          <p:nvPr/>
        </p:nvSpPr>
        <p:spPr>
          <a:xfrm>
            <a:off x="441238" y="3724999"/>
            <a:ext cx="5234605" cy="704988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QoS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2D9A4AEA-B7DC-168E-FE89-CA71D2076F9E}"/>
              </a:ext>
            </a:extLst>
          </p:cNvPr>
          <p:cNvSpPr/>
          <p:nvPr/>
        </p:nvSpPr>
        <p:spPr>
          <a:xfrm>
            <a:off x="441237" y="4547795"/>
            <a:ext cx="5234605" cy="704988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Protokoll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772F3729-BE7B-DEC3-F2C3-A311476212A9}"/>
              </a:ext>
            </a:extLst>
          </p:cNvPr>
          <p:cNvSpPr/>
          <p:nvPr/>
        </p:nvSpPr>
        <p:spPr>
          <a:xfrm>
            <a:off x="441237" y="5370591"/>
            <a:ext cx="5234605" cy="70498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Umgebung</a:t>
            </a:r>
          </a:p>
        </p:txBody>
      </p:sp>
    </p:spTree>
    <p:extLst>
      <p:ext uri="{BB962C8B-B14F-4D97-AF65-F5344CB8AC3E}">
        <p14:creationId xmlns:p14="http://schemas.microsoft.com/office/powerpoint/2010/main" val="2097921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02BF3-BB6A-6748-AB53-2328F322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2" name="Rechteck: abgerundete Ecken 5511">
            <a:extLst>
              <a:ext uri="{FF2B5EF4-FFF2-40B4-BE49-F238E27FC236}">
                <a16:creationId xmlns:a16="http://schemas.microsoft.com/office/drawing/2014/main" id="{1D33705B-5F5A-F6BC-79D3-A7EEC32BB849}"/>
              </a:ext>
            </a:extLst>
          </p:cNvPr>
          <p:cNvSpPr/>
          <p:nvPr/>
        </p:nvSpPr>
        <p:spPr>
          <a:xfrm>
            <a:off x="1752822" y="4485896"/>
            <a:ext cx="4937148" cy="1833624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11" name="Rechteck: abgerundete Ecken 5510">
            <a:extLst>
              <a:ext uri="{FF2B5EF4-FFF2-40B4-BE49-F238E27FC236}">
                <a16:creationId xmlns:a16="http://schemas.microsoft.com/office/drawing/2014/main" id="{EF9C5DBE-7580-E317-3729-84CDBDC5FAD5}"/>
              </a:ext>
            </a:extLst>
          </p:cNvPr>
          <p:cNvSpPr/>
          <p:nvPr/>
        </p:nvSpPr>
        <p:spPr>
          <a:xfrm>
            <a:off x="1757001" y="2781991"/>
            <a:ext cx="4937148" cy="161544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10" name="Rechteck: abgerundete Ecken 5509">
            <a:extLst>
              <a:ext uri="{FF2B5EF4-FFF2-40B4-BE49-F238E27FC236}">
                <a16:creationId xmlns:a16="http://schemas.microsoft.com/office/drawing/2014/main" id="{FFFE1E01-024F-E142-A18B-FF928F8D6956}"/>
              </a:ext>
            </a:extLst>
          </p:cNvPr>
          <p:cNvSpPr/>
          <p:nvPr/>
        </p:nvSpPr>
        <p:spPr>
          <a:xfrm>
            <a:off x="1757006" y="1085088"/>
            <a:ext cx="4937148" cy="161544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DF0162B-D982-A4F2-FB73-10D475B6823C}"/>
              </a:ext>
            </a:extLst>
          </p:cNvPr>
          <p:cNvSpPr/>
          <p:nvPr/>
        </p:nvSpPr>
        <p:spPr>
          <a:xfrm>
            <a:off x="-1" y="0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804ABC57-C6BB-C3CA-B165-5C648D3470E6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Vorgehen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2585F30-104C-9D80-1126-8EC9C2051FF1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A6898C-2D61-1FA4-9379-898B261C7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Jakob Hasche, 15.01.2026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EFD4A44-FE43-73A4-877C-5D2BEA54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11</a:t>
            </a:fld>
            <a:endParaRPr lang="de-DE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B9E1F32-EF1F-E128-08C4-72E4ACF81505}"/>
              </a:ext>
            </a:extLst>
          </p:cNvPr>
          <p:cNvCxnSpPr>
            <a:cxnSpLocks/>
          </p:cNvCxnSpPr>
          <p:nvPr/>
        </p:nvCxnSpPr>
        <p:spPr>
          <a:xfrm>
            <a:off x="6911541" y="1369543"/>
            <a:ext cx="0" cy="4634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AA3B7670-1ADA-1325-570E-D4209372A560}"/>
              </a:ext>
            </a:extLst>
          </p:cNvPr>
          <p:cNvSpPr txBox="1"/>
          <p:nvPr/>
        </p:nvSpPr>
        <p:spPr>
          <a:xfrm>
            <a:off x="7125895" y="1248770"/>
            <a:ext cx="472762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Umgebung mit sehr geringen Störungen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EMV-Labor der TH-Rosenheim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 err="1"/>
              <a:t>Bestcase</a:t>
            </a:r>
            <a:r>
              <a:rPr lang="de-DE" dirty="0"/>
              <a:t> Testfall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Umgebung mit durchschnittlichen Störungen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Bürogebäude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Andere Netzwerke Vorhanden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Umgebung mit starken Störungen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Bürogebäude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Andere Netzwerke Vorhanden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Weiteres Raspberry Pi Paar vorhanden, dass das Medium sehr stark beansprucht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grpSp>
        <p:nvGrpSpPr>
          <p:cNvPr id="5513" name="Gruppieren 5512">
            <a:extLst>
              <a:ext uri="{FF2B5EF4-FFF2-40B4-BE49-F238E27FC236}">
                <a16:creationId xmlns:a16="http://schemas.microsoft.com/office/drawing/2014/main" id="{EC9C509B-3A96-C18F-5907-9A0DD82BB3BA}"/>
              </a:ext>
            </a:extLst>
          </p:cNvPr>
          <p:cNvGrpSpPr/>
          <p:nvPr/>
        </p:nvGrpSpPr>
        <p:grpSpPr>
          <a:xfrm>
            <a:off x="2132625" y="1150545"/>
            <a:ext cx="3806767" cy="1496679"/>
            <a:chOff x="1829109" y="1089585"/>
            <a:chExt cx="3806767" cy="1496679"/>
          </a:xfrm>
        </p:grpSpPr>
        <p:grpSp>
          <p:nvGrpSpPr>
            <p:cNvPr id="5453" name="Gruppieren 5452">
              <a:extLst>
                <a:ext uri="{FF2B5EF4-FFF2-40B4-BE49-F238E27FC236}">
                  <a16:creationId xmlns:a16="http://schemas.microsoft.com/office/drawing/2014/main" id="{0BFB3105-4147-B019-5E7D-30A499388AE5}"/>
                </a:ext>
              </a:extLst>
            </p:cNvPr>
            <p:cNvGrpSpPr/>
            <p:nvPr/>
          </p:nvGrpSpPr>
          <p:grpSpPr>
            <a:xfrm>
              <a:off x="5220979" y="1454474"/>
              <a:ext cx="139984" cy="801735"/>
              <a:chOff x="1323055" y="1734575"/>
              <a:chExt cx="139984" cy="801735"/>
            </a:xfrm>
          </p:grpSpPr>
          <p:sp>
            <p:nvSpPr>
              <p:cNvPr id="5454" name="Rechteck: abgeschrägt 5453">
                <a:extLst>
                  <a:ext uri="{FF2B5EF4-FFF2-40B4-BE49-F238E27FC236}">
                    <a16:creationId xmlns:a16="http://schemas.microsoft.com/office/drawing/2014/main" id="{4A7EC6CB-9D5B-8D9C-7B69-09AA76B83CFB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55" name="Rechteck: abgeschrägt 5454">
                <a:extLst>
                  <a:ext uri="{FF2B5EF4-FFF2-40B4-BE49-F238E27FC236}">
                    <a16:creationId xmlns:a16="http://schemas.microsoft.com/office/drawing/2014/main" id="{59BF8D2D-C267-07FE-92C4-2D1B3B854395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56" name="Rechteck: abgeschrägt 5455">
                <a:extLst>
                  <a:ext uri="{FF2B5EF4-FFF2-40B4-BE49-F238E27FC236}">
                    <a16:creationId xmlns:a16="http://schemas.microsoft.com/office/drawing/2014/main" id="{BDCFF3A0-6241-5AED-1070-F9F58EFB0A4A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57" name="Rechteck: abgeschrägt 5456">
                <a:extLst>
                  <a:ext uri="{FF2B5EF4-FFF2-40B4-BE49-F238E27FC236}">
                    <a16:creationId xmlns:a16="http://schemas.microsoft.com/office/drawing/2014/main" id="{71ED719F-2823-6965-FC8E-9773C17DB856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58" name="Rechteck: abgeschrägt 5457">
                <a:extLst>
                  <a:ext uri="{FF2B5EF4-FFF2-40B4-BE49-F238E27FC236}">
                    <a16:creationId xmlns:a16="http://schemas.microsoft.com/office/drawing/2014/main" id="{60202340-9F7D-D1B8-FD6E-FBB7D8DA91CD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59" name="Rechteck: abgeschrägt 5458">
                <a:extLst>
                  <a:ext uri="{FF2B5EF4-FFF2-40B4-BE49-F238E27FC236}">
                    <a16:creationId xmlns:a16="http://schemas.microsoft.com/office/drawing/2014/main" id="{D7957D6D-6064-3CC8-AC38-C2D164EDBC40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407" name="Gruppieren 5406">
              <a:extLst>
                <a:ext uri="{FF2B5EF4-FFF2-40B4-BE49-F238E27FC236}">
                  <a16:creationId xmlns:a16="http://schemas.microsoft.com/office/drawing/2014/main" id="{85630C2E-C3E6-5E62-3527-3BA2F1B6E700}"/>
                </a:ext>
              </a:extLst>
            </p:cNvPr>
            <p:cNvGrpSpPr/>
            <p:nvPr/>
          </p:nvGrpSpPr>
          <p:grpSpPr>
            <a:xfrm>
              <a:off x="5086040" y="1454474"/>
              <a:ext cx="139984" cy="801735"/>
              <a:chOff x="1323055" y="1734575"/>
              <a:chExt cx="139984" cy="801735"/>
            </a:xfrm>
          </p:grpSpPr>
          <p:sp>
            <p:nvSpPr>
              <p:cNvPr id="5408" name="Rechteck: abgeschrägt 5407">
                <a:extLst>
                  <a:ext uri="{FF2B5EF4-FFF2-40B4-BE49-F238E27FC236}">
                    <a16:creationId xmlns:a16="http://schemas.microsoft.com/office/drawing/2014/main" id="{AB51FC48-7D7B-85F3-8156-0BFEA3E6ABBA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09" name="Rechteck: abgeschrägt 5408">
                <a:extLst>
                  <a:ext uri="{FF2B5EF4-FFF2-40B4-BE49-F238E27FC236}">
                    <a16:creationId xmlns:a16="http://schemas.microsoft.com/office/drawing/2014/main" id="{788D777D-FD7B-290D-B19C-A87061ED3E12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10" name="Rechteck: abgeschrägt 5409">
                <a:extLst>
                  <a:ext uri="{FF2B5EF4-FFF2-40B4-BE49-F238E27FC236}">
                    <a16:creationId xmlns:a16="http://schemas.microsoft.com/office/drawing/2014/main" id="{D4B49B14-9B14-1B4D-1DC2-6463CD5C1728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11" name="Rechteck: abgeschrägt 5410">
                <a:extLst>
                  <a:ext uri="{FF2B5EF4-FFF2-40B4-BE49-F238E27FC236}">
                    <a16:creationId xmlns:a16="http://schemas.microsoft.com/office/drawing/2014/main" id="{412412C1-478A-5A2F-4FA9-CA2D08CE0291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12" name="Rechteck: abgeschrägt 5411">
                <a:extLst>
                  <a:ext uri="{FF2B5EF4-FFF2-40B4-BE49-F238E27FC236}">
                    <a16:creationId xmlns:a16="http://schemas.microsoft.com/office/drawing/2014/main" id="{792425E6-9E88-F027-463C-660511255A1C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13" name="Rechteck: abgeschrägt 5412">
                <a:extLst>
                  <a:ext uri="{FF2B5EF4-FFF2-40B4-BE49-F238E27FC236}">
                    <a16:creationId xmlns:a16="http://schemas.microsoft.com/office/drawing/2014/main" id="{F8BEB255-BB65-A7CB-9CC9-35B776941E7C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414" name="Gruppieren 5413">
              <a:extLst>
                <a:ext uri="{FF2B5EF4-FFF2-40B4-BE49-F238E27FC236}">
                  <a16:creationId xmlns:a16="http://schemas.microsoft.com/office/drawing/2014/main" id="{A049486F-73CE-F64F-D630-7C1684FEFE6C}"/>
                </a:ext>
              </a:extLst>
            </p:cNvPr>
            <p:cNvGrpSpPr/>
            <p:nvPr/>
          </p:nvGrpSpPr>
          <p:grpSpPr>
            <a:xfrm>
              <a:off x="4936260" y="1456849"/>
              <a:ext cx="139984" cy="801735"/>
              <a:chOff x="1323055" y="1734575"/>
              <a:chExt cx="139984" cy="801735"/>
            </a:xfrm>
          </p:grpSpPr>
          <p:sp>
            <p:nvSpPr>
              <p:cNvPr id="5415" name="Rechteck: abgeschrägt 5414">
                <a:extLst>
                  <a:ext uri="{FF2B5EF4-FFF2-40B4-BE49-F238E27FC236}">
                    <a16:creationId xmlns:a16="http://schemas.microsoft.com/office/drawing/2014/main" id="{142CDBA7-A6AD-FE3F-A1BC-D53567A22662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16" name="Rechteck: abgeschrägt 5415">
                <a:extLst>
                  <a:ext uri="{FF2B5EF4-FFF2-40B4-BE49-F238E27FC236}">
                    <a16:creationId xmlns:a16="http://schemas.microsoft.com/office/drawing/2014/main" id="{42799DCB-4054-CB1B-832A-6B72AE21B0B4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17" name="Rechteck: abgeschrägt 5416">
                <a:extLst>
                  <a:ext uri="{FF2B5EF4-FFF2-40B4-BE49-F238E27FC236}">
                    <a16:creationId xmlns:a16="http://schemas.microsoft.com/office/drawing/2014/main" id="{A4207C46-0D3D-344D-507E-64E3CBED396E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18" name="Rechteck: abgeschrägt 5417">
                <a:extLst>
                  <a:ext uri="{FF2B5EF4-FFF2-40B4-BE49-F238E27FC236}">
                    <a16:creationId xmlns:a16="http://schemas.microsoft.com/office/drawing/2014/main" id="{F1E249A5-578F-7C78-C77C-3574223CEE92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19" name="Rechteck: abgeschrägt 5418">
                <a:extLst>
                  <a:ext uri="{FF2B5EF4-FFF2-40B4-BE49-F238E27FC236}">
                    <a16:creationId xmlns:a16="http://schemas.microsoft.com/office/drawing/2014/main" id="{ADFE61E1-07F9-0A22-B79E-22DD8B0FCFE9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20" name="Rechteck: abgeschrägt 5419">
                <a:extLst>
                  <a:ext uri="{FF2B5EF4-FFF2-40B4-BE49-F238E27FC236}">
                    <a16:creationId xmlns:a16="http://schemas.microsoft.com/office/drawing/2014/main" id="{A0BD8B24-DB4C-357A-B982-830022EAA9B1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421" name="Gruppieren 5420">
              <a:extLst>
                <a:ext uri="{FF2B5EF4-FFF2-40B4-BE49-F238E27FC236}">
                  <a16:creationId xmlns:a16="http://schemas.microsoft.com/office/drawing/2014/main" id="{86869D20-905E-E5CA-10A4-D0AEF9896F4F}"/>
                </a:ext>
              </a:extLst>
            </p:cNvPr>
            <p:cNvGrpSpPr/>
            <p:nvPr/>
          </p:nvGrpSpPr>
          <p:grpSpPr>
            <a:xfrm>
              <a:off x="4782784" y="1454474"/>
              <a:ext cx="139984" cy="801735"/>
              <a:chOff x="1323055" y="1734575"/>
              <a:chExt cx="139984" cy="801735"/>
            </a:xfrm>
          </p:grpSpPr>
          <p:sp>
            <p:nvSpPr>
              <p:cNvPr id="5422" name="Rechteck: abgeschrägt 5421">
                <a:extLst>
                  <a:ext uri="{FF2B5EF4-FFF2-40B4-BE49-F238E27FC236}">
                    <a16:creationId xmlns:a16="http://schemas.microsoft.com/office/drawing/2014/main" id="{D6F18F10-F295-0034-7591-E0DA83B9A970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23" name="Rechteck: abgeschrägt 5422">
                <a:extLst>
                  <a:ext uri="{FF2B5EF4-FFF2-40B4-BE49-F238E27FC236}">
                    <a16:creationId xmlns:a16="http://schemas.microsoft.com/office/drawing/2014/main" id="{3BBD4177-7606-8E03-0181-E473D7C0D112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24" name="Rechteck: abgeschrägt 5423">
                <a:extLst>
                  <a:ext uri="{FF2B5EF4-FFF2-40B4-BE49-F238E27FC236}">
                    <a16:creationId xmlns:a16="http://schemas.microsoft.com/office/drawing/2014/main" id="{D9032A61-204A-634B-1733-E46B570888C9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25" name="Rechteck: abgeschrägt 5424">
                <a:extLst>
                  <a:ext uri="{FF2B5EF4-FFF2-40B4-BE49-F238E27FC236}">
                    <a16:creationId xmlns:a16="http://schemas.microsoft.com/office/drawing/2014/main" id="{C2FFD15D-B803-FB2B-4639-431D4A87E5A9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26" name="Rechteck: abgeschrägt 5425">
                <a:extLst>
                  <a:ext uri="{FF2B5EF4-FFF2-40B4-BE49-F238E27FC236}">
                    <a16:creationId xmlns:a16="http://schemas.microsoft.com/office/drawing/2014/main" id="{B520D1AD-50B6-394B-7960-5D93FB397EAB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27" name="Rechteck: abgeschrägt 5426">
                <a:extLst>
                  <a:ext uri="{FF2B5EF4-FFF2-40B4-BE49-F238E27FC236}">
                    <a16:creationId xmlns:a16="http://schemas.microsoft.com/office/drawing/2014/main" id="{8FE75BAC-F6B5-1A6E-30B9-B04B31DE47C4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428" name="Gruppieren 5427">
              <a:extLst>
                <a:ext uri="{FF2B5EF4-FFF2-40B4-BE49-F238E27FC236}">
                  <a16:creationId xmlns:a16="http://schemas.microsoft.com/office/drawing/2014/main" id="{D75B88F7-83AA-88C7-1304-D394A17E250A}"/>
                </a:ext>
              </a:extLst>
            </p:cNvPr>
            <p:cNvGrpSpPr/>
            <p:nvPr/>
          </p:nvGrpSpPr>
          <p:grpSpPr>
            <a:xfrm>
              <a:off x="4637612" y="1455664"/>
              <a:ext cx="139984" cy="801735"/>
              <a:chOff x="1323055" y="1734575"/>
              <a:chExt cx="139984" cy="801735"/>
            </a:xfrm>
          </p:grpSpPr>
          <p:sp>
            <p:nvSpPr>
              <p:cNvPr id="5429" name="Rechteck: abgeschrägt 5428">
                <a:extLst>
                  <a:ext uri="{FF2B5EF4-FFF2-40B4-BE49-F238E27FC236}">
                    <a16:creationId xmlns:a16="http://schemas.microsoft.com/office/drawing/2014/main" id="{225E4FC6-5A86-9529-E0B9-66FE93B7D500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30" name="Rechteck: abgeschrägt 5429">
                <a:extLst>
                  <a:ext uri="{FF2B5EF4-FFF2-40B4-BE49-F238E27FC236}">
                    <a16:creationId xmlns:a16="http://schemas.microsoft.com/office/drawing/2014/main" id="{9422D0FF-86CD-806F-69F6-D85128CEB417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31" name="Rechteck: abgeschrägt 5430">
                <a:extLst>
                  <a:ext uri="{FF2B5EF4-FFF2-40B4-BE49-F238E27FC236}">
                    <a16:creationId xmlns:a16="http://schemas.microsoft.com/office/drawing/2014/main" id="{B2A4232D-35A4-E332-2E1D-C1DCEC9C825E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32" name="Rechteck: abgeschrägt 5431">
                <a:extLst>
                  <a:ext uri="{FF2B5EF4-FFF2-40B4-BE49-F238E27FC236}">
                    <a16:creationId xmlns:a16="http://schemas.microsoft.com/office/drawing/2014/main" id="{34EA1B7D-6C3A-C79B-2C44-8ACA8B1E7E81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33" name="Rechteck: abgeschrägt 5432">
                <a:extLst>
                  <a:ext uri="{FF2B5EF4-FFF2-40B4-BE49-F238E27FC236}">
                    <a16:creationId xmlns:a16="http://schemas.microsoft.com/office/drawing/2014/main" id="{77B50FB7-3ED6-BBCF-53E9-F5F2E144F209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34" name="Rechteck: abgeschrägt 5433">
                <a:extLst>
                  <a:ext uri="{FF2B5EF4-FFF2-40B4-BE49-F238E27FC236}">
                    <a16:creationId xmlns:a16="http://schemas.microsoft.com/office/drawing/2014/main" id="{5A635580-0C54-44D4-51D5-EE78491EBB9E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351" name="Gruppieren 5350">
              <a:extLst>
                <a:ext uri="{FF2B5EF4-FFF2-40B4-BE49-F238E27FC236}">
                  <a16:creationId xmlns:a16="http://schemas.microsoft.com/office/drawing/2014/main" id="{61B948B9-EFEC-2CA7-D358-C44E25659DEB}"/>
                </a:ext>
              </a:extLst>
            </p:cNvPr>
            <p:cNvGrpSpPr/>
            <p:nvPr/>
          </p:nvGrpSpPr>
          <p:grpSpPr>
            <a:xfrm>
              <a:off x="4491341" y="1475345"/>
              <a:ext cx="139984" cy="801735"/>
              <a:chOff x="1323055" y="1734575"/>
              <a:chExt cx="139984" cy="801735"/>
            </a:xfrm>
          </p:grpSpPr>
          <p:sp>
            <p:nvSpPr>
              <p:cNvPr id="5352" name="Rechteck: abgeschrägt 5351">
                <a:extLst>
                  <a:ext uri="{FF2B5EF4-FFF2-40B4-BE49-F238E27FC236}">
                    <a16:creationId xmlns:a16="http://schemas.microsoft.com/office/drawing/2014/main" id="{1D39CB7B-126C-4118-9E77-59BA04F10056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53" name="Rechteck: abgeschrägt 5352">
                <a:extLst>
                  <a:ext uri="{FF2B5EF4-FFF2-40B4-BE49-F238E27FC236}">
                    <a16:creationId xmlns:a16="http://schemas.microsoft.com/office/drawing/2014/main" id="{319EF5C3-515C-4C97-8E81-1955EF411AF5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54" name="Rechteck: abgeschrägt 5353">
                <a:extLst>
                  <a:ext uri="{FF2B5EF4-FFF2-40B4-BE49-F238E27FC236}">
                    <a16:creationId xmlns:a16="http://schemas.microsoft.com/office/drawing/2014/main" id="{2E996BE4-7F69-8609-CAF5-39C27369E8D0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55" name="Rechteck: abgeschrägt 5354">
                <a:extLst>
                  <a:ext uri="{FF2B5EF4-FFF2-40B4-BE49-F238E27FC236}">
                    <a16:creationId xmlns:a16="http://schemas.microsoft.com/office/drawing/2014/main" id="{EEA307F3-563B-E51B-2150-8E1F475D8257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56" name="Rechteck: abgeschrägt 5355">
                <a:extLst>
                  <a:ext uri="{FF2B5EF4-FFF2-40B4-BE49-F238E27FC236}">
                    <a16:creationId xmlns:a16="http://schemas.microsoft.com/office/drawing/2014/main" id="{CD75B47D-52EF-8C79-C234-A38EDBB92C67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57" name="Rechteck: abgeschrägt 5356">
                <a:extLst>
                  <a:ext uri="{FF2B5EF4-FFF2-40B4-BE49-F238E27FC236}">
                    <a16:creationId xmlns:a16="http://schemas.microsoft.com/office/drawing/2014/main" id="{2505E2A4-0D60-CC8D-A864-C1D3B28E0DCB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358" name="Gruppieren 5357">
              <a:extLst>
                <a:ext uri="{FF2B5EF4-FFF2-40B4-BE49-F238E27FC236}">
                  <a16:creationId xmlns:a16="http://schemas.microsoft.com/office/drawing/2014/main" id="{374B8481-9410-CD15-CF02-7F83CB123CCD}"/>
                </a:ext>
              </a:extLst>
            </p:cNvPr>
            <p:cNvGrpSpPr/>
            <p:nvPr/>
          </p:nvGrpSpPr>
          <p:grpSpPr>
            <a:xfrm>
              <a:off x="4341561" y="1464082"/>
              <a:ext cx="139984" cy="801735"/>
              <a:chOff x="1323055" y="1734575"/>
              <a:chExt cx="139984" cy="801735"/>
            </a:xfrm>
          </p:grpSpPr>
          <p:sp>
            <p:nvSpPr>
              <p:cNvPr id="5359" name="Rechteck: abgeschrägt 5358">
                <a:extLst>
                  <a:ext uri="{FF2B5EF4-FFF2-40B4-BE49-F238E27FC236}">
                    <a16:creationId xmlns:a16="http://schemas.microsoft.com/office/drawing/2014/main" id="{3EFA195D-FE33-B909-31A0-A83687CCBE26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60" name="Rechteck: abgeschrägt 5359">
                <a:extLst>
                  <a:ext uri="{FF2B5EF4-FFF2-40B4-BE49-F238E27FC236}">
                    <a16:creationId xmlns:a16="http://schemas.microsoft.com/office/drawing/2014/main" id="{3FE6A476-1F0F-8644-C4F2-740D63AF880E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61" name="Rechteck: abgeschrägt 5360">
                <a:extLst>
                  <a:ext uri="{FF2B5EF4-FFF2-40B4-BE49-F238E27FC236}">
                    <a16:creationId xmlns:a16="http://schemas.microsoft.com/office/drawing/2014/main" id="{FE8394A5-973C-EC0F-BD7D-8AF94448263D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62" name="Rechteck: abgeschrägt 5361">
                <a:extLst>
                  <a:ext uri="{FF2B5EF4-FFF2-40B4-BE49-F238E27FC236}">
                    <a16:creationId xmlns:a16="http://schemas.microsoft.com/office/drawing/2014/main" id="{51510304-21D4-5541-27AD-D76A87A8AD7C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63" name="Rechteck: abgeschrägt 5362">
                <a:extLst>
                  <a:ext uri="{FF2B5EF4-FFF2-40B4-BE49-F238E27FC236}">
                    <a16:creationId xmlns:a16="http://schemas.microsoft.com/office/drawing/2014/main" id="{DC710F39-696F-F19C-F82C-AFD69CB108E5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64" name="Rechteck: abgeschrägt 5363">
                <a:extLst>
                  <a:ext uri="{FF2B5EF4-FFF2-40B4-BE49-F238E27FC236}">
                    <a16:creationId xmlns:a16="http://schemas.microsoft.com/office/drawing/2014/main" id="{87EAB77C-5631-F442-4CC6-4904E499ACA8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365" name="Gruppieren 5364">
              <a:extLst>
                <a:ext uri="{FF2B5EF4-FFF2-40B4-BE49-F238E27FC236}">
                  <a16:creationId xmlns:a16="http://schemas.microsoft.com/office/drawing/2014/main" id="{D04CD75E-F7FA-9391-C8E8-FA7A7E985FB2}"/>
                </a:ext>
              </a:extLst>
            </p:cNvPr>
            <p:cNvGrpSpPr/>
            <p:nvPr/>
          </p:nvGrpSpPr>
          <p:grpSpPr>
            <a:xfrm>
              <a:off x="4192693" y="1474160"/>
              <a:ext cx="139984" cy="801735"/>
              <a:chOff x="1323055" y="1734575"/>
              <a:chExt cx="139984" cy="801735"/>
            </a:xfrm>
          </p:grpSpPr>
          <p:sp>
            <p:nvSpPr>
              <p:cNvPr id="5366" name="Rechteck: abgeschrägt 5365">
                <a:extLst>
                  <a:ext uri="{FF2B5EF4-FFF2-40B4-BE49-F238E27FC236}">
                    <a16:creationId xmlns:a16="http://schemas.microsoft.com/office/drawing/2014/main" id="{C6179C69-43CB-3481-E4C4-E8165C4861EA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67" name="Rechteck: abgeschrägt 5366">
                <a:extLst>
                  <a:ext uri="{FF2B5EF4-FFF2-40B4-BE49-F238E27FC236}">
                    <a16:creationId xmlns:a16="http://schemas.microsoft.com/office/drawing/2014/main" id="{9CBB76AD-E5B2-B617-6CEE-8ACA70326968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68" name="Rechteck: abgeschrägt 5367">
                <a:extLst>
                  <a:ext uri="{FF2B5EF4-FFF2-40B4-BE49-F238E27FC236}">
                    <a16:creationId xmlns:a16="http://schemas.microsoft.com/office/drawing/2014/main" id="{05E0145B-1190-B3E4-1058-DAB7015A7F5E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69" name="Rechteck: abgeschrägt 5368">
                <a:extLst>
                  <a:ext uri="{FF2B5EF4-FFF2-40B4-BE49-F238E27FC236}">
                    <a16:creationId xmlns:a16="http://schemas.microsoft.com/office/drawing/2014/main" id="{B4257CC8-5EBD-BEFC-6008-06BB2D59AE50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70" name="Rechteck: abgeschrägt 5369">
                <a:extLst>
                  <a:ext uri="{FF2B5EF4-FFF2-40B4-BE49-F238E27FC236}">
                    <a16:creationId xmlns:a16="http://schemas.microsoft.com/office/drawing/2014/main" id="{B5A88691-8792-FEB1-BA18-FB7601B750F0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71" name="Rechteck: abgeschrägt 5370">
                <a:extLst>
                  <a:ext uri="{FF2B5EF4-FFF2-40B4-BE49-F238E27FC236}">
                    <a16:creationId xmlns:a16="http://schemas.microsoft.com/office/drawing/2014/main" id="{147ED047-621D-434A-F2D9-4E071942E6BB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372" name="Gruppieren 5371">
              <a:extLst>
                <a:ext uri="{FF2B5EF4-FFF2-40B4-BE49-F238E27FC236}">
                  <a16:creationId xmlns:a16="http://schemas.microsoft.com/office/drawing/2014/main" id="{67BFEC10-3162-25E6-8A1E-EB1912A9EA31}"/>
                </a:ext>
              </a:extLst>
            </p:cNvPr>
            <p:cNvGrpSpPr/>
            <p:nvPr/>
          </p:nvGrpSpPr>
          <p:grpSpPr>
            <a:xfrm>
              <a:off x="4042913" y="1462897"/>
              <a:ext cx="139984" cy="801735"/>
              <a:chOff x="1323055" y="1734575"/>
              <a:chExt cx="139984" cy="801735"/>
            </a:xfrm>
          </p:grpSpPr>
          <p:sp>
            <p:nvSpPr>
              <p:cNvPr id="5373" name="Rechteck: abgeschrägt 5372">
                <a:extLst>
                  <a:ext uri="{FF2B5EF4-FFF2-40B4-BE49-F238E27FC236}">
                    <a16:creationId xmlns:a16="http://schemas.microsoft.com/office/drawing/2014/main" id="{9110F676-A994-9B99-E483-225BEE43EDBE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74" name="Rechteck: abgeschrägt 5373">
                <a:extLst>
                  <a:ext uri="{FF2B5EF4-FFF2-40B4-BE49-F238E27FC236}">
                    <a16:creationId xmlns:a16="http://schemas.microsoft.com/office/drawing/2014/main" id="{809FEDCA-42CE-F944-E933-7BB0BFCBCFC0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75" name="Rechteck: abgeschrägt 5374">
                <a:extLst>
                  <a:ext uri="{FF2B5EF4-FFF2-40B4-BE49-F238E27FC236}">
                    <a16:creationId xmlns:a16="http://schemas.microsoft.com/office/drawing/2014/main" id="{49CFCE0D-8E3B-D028-524E-DA4C50BF54D9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76" name="Rechteck: abgeschrägt 5375">
                <a:extLst>
                  <a:ext uri="{FF2B5EF4-FFF2-40B4-BE49-F238E27FC236}">
                    <a16:creationId xmlns:a16="http://schemas.microsoft.com/office/drawing/2014/main" id="{AD7FEB16-9523-B6A3-8754-A6E694D944A6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77" name="Rechteck: abgeschrägt 5376">
                <a:extLst>
                  <a:ext uri="{FF2B5EF4-FFF2-40B4-BE49-F238E27FC236}">
                    <a16:creationId xmlns:a16="http://schemas.microsoft.com/office/drawing/2014/main" id="{1EBC42B2-1489-551E-81CB-80D2D71F8111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78" name="Rechteck: abgeschrägt 5377">
                <a:extLst>
                  <a:ext uri="{FF2B5EF4-FFF2-40B4-BE49-F238E27FC236}">
                    <a16:creationId xmlns:a16="http://schemas.microsoft.com/office/drawing/2014/main" id="{48007EB8-49EB-E3E8-7BA9-FD245235AEB5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379" name="Gruppieren 5378">
              <a:extLst>
                <a:ext uri="{FF2B5EF4-FFF2-40B4-BE49-F238E27FC236}">
                  <a16:creationId xmlns:a16="http://schemas.microsoft.com/office/drawing/2014/main" id="{1CB585D3-898F-05A8-A287-52B25237B13A}"/>
                </a:ext>
              </a:extLst>
            </p:cNvPr>
            <p:cNvGrpSpPr/>
            <p:nvPr/>
          </p:nvGrpSpPr>
          <p:grpSpPr>
            <a:xfrm>
              <a:off x="3897933" y="1467009"/>
              <a:ext cx="139984" cy="801735"/>
              <a:chOff x="1323055" y="1734575"/>
              <a:chExt cx="139984" cy="801735"/>
            </a:xfrm>
          </p:grpSpPr>
          <p:sp>
            <p:nvSpPr>
              <p:cNvPr id="5380" name="Rechteck: abgeschrägt 5379">
                <a:extLst>
                  <a:ext uri="{FF2B5EF4-FFF2-40B4-BE49-F238E27FC236}">
                    <a16:creationId xmlns:a16="http://schemas.microsoft.com/office/drawing/2014/main" id="{5A454118-ACB5-067D-9EE2-F44F1B64F11B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81" name="Rechteck: abgeschrägt 5380">
                <a:extLst>
                  <a:ext uri="{FF2B5EF4-FFF2-40B4-BE49-F238E27FC236}">
                    <a16:creationId xmlns:a16="http://schemas.microsoft.com/office/drawing/2014/main" id="{414C2D50-E039-8366-699B-DCA2F2230D0E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82" name="Rechteck: abgeschrägt 5381">
                <a:extLst>
                  <a:ext uri="{FF2B5EF4-FFF2-40B4-BE49-F238E27FC236}">
                    <a16:creationId xmlns:a16="http://schemas.microsoft.com/office/drawing/2014/main" id="{BB5E26A3-F72D-07D8-5CAF-9FF3C1E133DD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83" name="Rechteck: abgeschrägt 5382">
                <a:extLst>
                  <a:ext uri="{FF2B5EF4-FFF2-40B4-BE49-F238E27FC236}">
                    <a16:creationId xmlns:a16="http://schemas.microsoft.com/office/drawing/2014/main" id="{7C44BC90-66AB-FD12-22B2-24C2EE191873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84" name="Rechteck: abgeschrägt 5383">
                <a:extLst>
                  <a:ext uri="{FF2B5EF4-FFF2-40B4-BE49-F238E27FC236}">
                    <a16:creationId xmlns:a16="http://schemas.microsoft.com/office/drawing/2014/main" id="{1E3BBACD-CD80-D799-B6D4-08EC57CDE6FB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85" name="Rechteck: abgeschrägt 5384">
                <a:extLst>
                  <a:ext uri="{FF2B5EF4-FFF2-40B4-BE49-F238E27FC236}">
                    <a16:creationId xmlns:a16="http://schemas.microsoft.com/office/drawing/2014/main" id="{4EFBF28A-C64B-554D-14CC-9D20B361C6D1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386" name="Gruppieren 5385">
              <a:extLst>
                <a:ext uri="{FF2B5EF4-FFF2-40B4-BE49-F238E27FC236}">
                  <a16:creationId xmlns:a16="http://schemas.microsoft.com/office/drawing/2014/main" id="{C5B40F8C-579C-BC0F-28C4-0D877AEB3E95}"/>
                </a:ext>
              </a:extLst>
            </p:cNvPr>
            <p:cNvGrpSpPr/>
            <p:nvPr/>
          </p:nvGrpSpPr>
          <p:grpSpPr>
            <a:xfrm>
              <a:off x="3748153" y="1455746"/>
              <a:ext cx="139984" cy="801735"/>
              <a:chOff x="1323055" y="1734575"/>
              <a:chExt cx="139984" cy="801735"/>
            </a:xfrm>
          </p:grpSpPr>
          <p:sp>
            <p:nvSpPr>
              <p:cNvPr id="5387" name="Rechteck: abgeschrägt 5386">
                <a:extLst>
                  <a:ext uri="{FF2B5EF4-FFF2-40B4-BE49-F238E27FC236}">
                    <a16:creationId xmlns:a16="http://schemas.microsoft.com/office/drawing/2014/main" id="{F09A9DA6-A8C0-DB63-2263-2316DF6F9EFA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88" name="Rechteck: abgeschrägt 5387">
                <a:extLst>
                  <a:ext uri="{FF2B5EF4-FFF2-40B4-BE49-F238E27FC236}">
                    <a16:creationId xmlns:a16="http://schemas.microsoft.com/office/drawing/2014/main" id="{980E7079-43B9-2266-A3CA-9B5735874DB3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89" name="Rechteck: abgeschrägt 5388">
                <a:extLst>
                  <a:ext uri="{FF2B5EF4-FFF2-40B4-BE49-F238E27FC236}">
                    <a16:creationId xmlns:a16="http://schemas.microsoft.com/office/drawing/2014/main" id="{B7AFDDFD-395F-B12F-1C3A-284C1ABE739E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90" name="Rechteck: abgeschrägt 5389">
                <a:extLst>
                  <a:ext uri="{FF2B5EF4-FFF2-40B4-BE49-F238E27FC236}">
                    <a16:creationId xmlns:a16="http://schemas.microsoft.com/office/drawing/2014/main" id="{CA7612D4-F277-4952-4BD3-2E9596540018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91" name="Rechteck: abgeschrägt 5390">
                <a:extLst>
                  <a:ext uri="{FF2B5EF4-FFF2-40B4-BE49-F238E27FC236}">
                    <a16:creationId xmlns:a16="http://schemas.microsoft.com/office/drawing/2014/main" id="{D9DCC75B-5437-0C68-A4E5-0A5BCEB5A9DA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92" name="Rechteck: abgeschrägt 5391">
                <a:extLst>
                  <a:ext uri="{FF2B5EF4-FFF2-40B4-BE49-F238E27FC236}">
                    <a16:creationId xmlns:a16="http://schemas.microsoft.com/office/drawing/2014/main" id="{0A0E36D9-DD52-1890-D4ED-853059DF9ECC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393" name="Gruppieren 5392">
              <a:extLst>
                <a:ext uri="{FF2B5EF4-FFF2-40B4-BE49-F238E27FC236}">
                  <a16:creationId xmlns:a16="http://schemas.microsoft.com/office/drawing/2014/main" id="{06FE8945-147A-71B9-B8C3-98BA28DEDEAA}"/>
                </a:ext>
              </a:extLst>
            </p:cNvPr>
            <p:cNvGrpSpPr/>
            <p:nvPr/>
          </p:nvGrpSpPr>
          <p:grpSpPr>
            <a:xfrm>
              <a:off x="3599285" y="1465824"/>
              <a:ext cx="139984" cy="801735"/>
              <a:chOff x="1323055" y="1734575"/>
              <a:chExt cx="139984" cy="801735"/>
            </a:xfrm>
          </p:grpSpPr>
          <p:sp>
            <p:nvSpPr>
              <p:cNvPr id="5394" name="Rechteck: abgeschrägt 5393">
                <a:extLst>
                  <a:ext uri="{FF2B5EF4-FFF2-40B4-BE49-F238E27FC236}">
                    <a16:creationId xmlns:a16="http://schemas.microsoft.com/office/drawing/2014/main" id="{0D24AEA1-0396-AC51-3EB0-F9A0F4EF6165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95" name="Rechteck: abgeschrägt 5394">
                <a:extLst>
                  <a:ext uri="{FF2B5EF4-FFF2-40B4-BE49-F238E27FC236}">
                    <a16:creationId xmlns:a16="http://schemas.microsoft.com/office/drawing/2014/main" id="{D3DFBB9F-BD35-9912-09A4-7AB226300FD7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96" name="Rechteck: abgeschrägt 5395">
                <a:extLst>
                  <a:ext uri="{FF2B5EF4-FFF2-40B4-BE49-F238E27FC236}">
                    <a16:creationId xmlns:a16="http://schemas.microsoft.com/office/drawing/2014/main" id="{36E500FD-6986-9E97-BC33-754DA575C686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97" name="Rechteck: abgeschrägt 5396">
                <a:extLst>
                  <a:ext uri="{FF2B5EF4-FFF2-40B4-BE49-F238E27FC236}">
                    <a16:creationId xmlns:a16="http://schemas.microsoft.com/office/drawing/2014/main" id="{A015E15C-CC6A-D414-0720-07C57C6B4751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98" name="Rechteck: abgeschrägt 5397">
                <a:extLst>
                  <a:ext uri="{FF2B5EF4-FFF2-40B4-BE49-F238E27FC236}">
                    <a16:creationId xmlns:a16="http://schemas.microsoft.com/office/drawing/2014/main" id="{BD9D81BF-448D-5EA8-E092-FC9320BDE3E8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99" name="Rechteck: abgeschrägt 5398">
                <a:extLst>
                  <a:ext uri="{FF2B5EF4-FFF2-40B4-BE49-F238E27FC236}">
                    <a16:creationId xmlns:a16="http://schemas.microsoft.com/office/drawing/2014/main" id="{BDB09BCC-5784-EBFE-2FC7-FE2362F5C428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400" name="Gruppieren 5399">
              <a:extLst>
                <a:ext uri="{FF2B5EF4-FFF2-40B4-BE49-F238E27FC236}">
                  <a16:creationId xmlns:a16="http://schemas.microsoft.com/office/drawing/2014/main" id="{5F63F648-9C16-0596-F524-C2328C13E8F2}"/>
                </a:ext>
              </a:extLst>
            </p:cNvPr>
            <p:cNvGrpSpPr/>
            <p:nvPr/>
          </p:nvGrpSpPr>
          <p:grpSpPr>
            <a:xfrm>
              <a:off x="3449505" y="1454561"/>
              <a:ext cx="139984" cy="801735"/>
              <a:chOff x="1323055" y="1734575"/>
              <a:chExt cx="139984" cy="801735"/>
            </a:xfrm>
          </p:grpSpPr>
          <p:sp>
            <p:nvSpPr>
              <p:cNvPr id="5401" name="Rechteck: abgeschrägt 5400">
                <a:extLst>
                  <a:ext uri="{FF2B5EF4-FFF2-40B4-BE49-F238E27FC236}">
                    <a16:creationId xmlns:a16="http://schemas.microsoft.com/office/drawing/2014/main" id="{DE20675B-5B51-4987-FB54-FA1A7BDB6BD7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02" name="Rechteck: abgeschrägt 5401">
                <a:extLst>
                  <a:ext uri="{FF2B5EF4-FFF2-40B4-BE49-F238E27FC236}">
                    <a16:creationId xmlns:a16="http://schemas.microsoft.com/office/drawing/2014/main" id="{E9126918-43AF-4C2F-3C8D-9241CBA6670A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03" name="Rechteck: abgeschrägt 5402">
                <a:extLst>
                  <a:ext uri="{FF2B5EF4-FFF2-40B4-BE49-F238E27FC236}">
                    <a16:creationId xmlns:a16="http://schemas.microsoft.com/office/drawing/2014/main" id="{15386166-65FA-2705-A6EB-BFB9AACFDF98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04" name="Rechteck: abgeschrägt 5403">
                <a:extLst>
                  <a:ext uri="{FF2B5EF4-FFF2-40B4-BE49-F238E27FC236}">
                    <a16:creationId xmlns:a16="http://schemas.microsoft.com/office/drawing/2014/main" id="{8A9EB2CB-108C-AF79-9356-F204AA763B9B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05" name="Rechteck: abgeschrägt 5404">
                <a:extLst>
                  <a:ext uri="{FF2B5EF4-FFF2-40B4-BE49-F238E27FC236}">
                    <a16:creationId xmlns:a16="http://schemas.microsoft.com/office/drawing/2014/main" id="{4AA686DA-70C0-E42D-CAF5-E1B7D4222E5C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406" name="Rechteck: abgeschrägt 5405">
                <a:extLst>
                  <a:ext uri="{FF2B5EF4-FFF2-40B4-BE49-F238E27FC236}">
                    <a16:creationId xmlns:a16="http://schemas.microsoft.com/office/drawing/2014/main" id="{8BF9F986-5A9F-D26B-27FB-CDAA8165ADA3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323" name="Gruppieren 5322">
              <a:extLst>
                <a:ext uri="{FF2B5EF4-FFF2-40B4-BE49-F238E27FC236}">
                  <a16:creationId xmlns:a16="http://schemas.microsoft.com/office/drawing/2014/main" id="{870EF9E2-DFED-97EC-6C5D-2A9B9F11FD56}"/>
                </a:ext>
              </a:extLst>
            </p:cNvPr>
            <p:cNvGrpSpPr/>
            <p:nvPr/>
          </p:nvGrpSpPr>
          <p:grpSpPr>
            <a:xfrm>
              <a:off x="3301211" y="1452591"/>
              <a:ext cx="139984" cy="801735"/>
              <a:chOff x="1323055" y="1734575"/>
              <a:chExt cx="139984" cy="801735"/>
            </a:xfrm>
          </p:grpSpPr>
          <p:sp>
            <p:nvSpPr>
              <p:cNvPr id="5324" name="Rechteck: abgeschrägt 5323">
                <a:extLst>
                  <a:ext uri="{FF2B5EF4-FFF2-40B4-BE49-F238E27FC236}">
                    <a16:creationId xmlns:a16="http://schemas.microsoft.com/office/drawing/2014/main" id="{0A28720B-82F7-4E21-E7A3-9DA22CC10769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25" name="Rechteck: abgeschrägt 5324">
                <a:extLst>
                  <a:ext uri="{FF2B5EF4-FFF2-40B4-BE49-F238E27FC236}">
                    <a16:creationId xmlns:a16="http://schemas.microsoft.com/office/drawing/2014/main" id="{CD284F98-4D69-5300-3C07-073510FDA5A2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26" name="Rechteck: abgeschrägt 5325">
                <a:extLst>
                  <a:ext uri="{FF2B5EF4-FFF2-40B4-BE49-F238E27FC236}">
                    <a16:creationId xmlns:a16="http://schemas.microsoft.com/office/drawing/2014/main" id="{B0A67C8D-EBA9-B4B8-C0AD-7A6602EEC778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27" name="Rechteck: abgeschrägt 5326">
                <a:extLst>
                  <a:ext uri="{FF2B5EF4-FFF2-40B4-BE49-F238E27FC236}">
                    <a16:creationId xmlns:a16="http://schemas.microsoft.com/office/drawing/2014/main" id="{8EF00A74-71DF-8B62-3014-0F4D6D068A90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28" name="Rechteck: abgeschrägt 5327">
                <a:extLst>
                  <a:ext uri="{FF2B5EF4-FFF2-40B4-BE49-F238E27FC236}">
                    <a16:creationId xmlns:a16="http://schemas.microsoft.com/office/drawing/2014/main" id="{53FCE8BF-1AF6-9EC0-71C3-E7DC81BD7756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29" name="Rechteck: abgeschrägt 5328">
                <a:extLst>
                  <a:ext uri="{FF2B5EF4-FFF2-40B4-BE49-F238E27FC236}">
                    <a16:creationId xmlns:a16="http://schemas.microsoft.com/office/drawing/2014/main" id="{4DF77683-D754-ACAC-97A2-C5D18D103CA3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330" name="Gruppieren 5329">
              <a:extLst>
                <a:ext uri="{FF2B5EF4-FFF2-40B4-BE49-F238E27FC236}">
                  <a16:creationId xmlns:a16="http://schemas.microsoft.com/office/drawing/2014/main" id="{4B2E509F-52D5-0DBF-39CB-917C124BDC4B}"/>
                </a:ext>
              </a:extLst>
            </p:cNvPr>
            <p:cNvGrpSpPr/>
            <p:nvPr/>
          </p:nvGrpSpPr>
          <p:grpSpPr>
            <a:xfrm>
              <a:off x="3151431" y="1441328"/>
              <a:ext cx="139984" cy="801735"/>
              <a:chOff x="1323055" y="1734575"/>
              <a:chExt cx="139984" cy="801735"/>
            </a:xfrm>
          </p:grpSpPr>
          <p:sp>
            <p:nvSpPr>
              <p:cNvPr id="5331" name="Rechteck: abgeschrägt 5330">
                <a:extLst>
                  <a:ext uri="{FF2B5EF4-FFF2-40B4-BE49-F238E27FC236}">
                    <a16:creationId xmlns:a16="http://schemas.microsoft.com/office/drawing/2014/main" id="{81FE0AAB-066D-DD7A-5988-34948882ED34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32" name="Rechteck: abgeschrägt 5331">
                <a:extLst>
                  <a:ext uri="{FF2B5EF4-FFF2-40B4-BE49-F238E27FC236}">
                    <a16:creationId xmlns:a16="http://schemas.microsoft.com/office/drawing/2014/main" id="{73008AAC-BBCC-106C-009E-93FF8904F2D1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33" name="Rechteck: abgeschrägt 5332">
                <a:extLst>
                  <a:ext uri="{FF2B5EF4-FFF2-40B4-BE49-F238E27FC236}">
                    <a16:creationId xmlns:a16="http://schemas.microsoft.com/office/drawing/2014/main" id="{0CD04C22-F666-C8EE-4F5C-14DFB18DB8AD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34" name="Rechteck: abgeschrägt 5333">
                <a:extLst>
                  <a:ext uri="{FF2B5EF4-FFF2-40B4-BE49-F238E27FC236}">
                    <a16:creationId xmlns:a16="http://schemas.microsoft.com/office/drawing/2014/main" id="{400D8E9E-8D96-6681-2AFB-A567B42D78A8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35" name="Rechteck: abgeschrägt 5334">
                <a:extLst>
                  <a:ext uri="{FF2B5EF4-FFF2-40B4-BE49-F238E27FC236}">
                    <a16:creationId xmlns:a16="http://schemas.microsoft.com/office/drawing/2014/main" id="{D3686387-4C99-E68E-F5BF-E80F7B06C8A6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36" name="Rechteck: abgeschrägt 5335">
                <a:extLst>
                  <a:ext uri="{FF2B5EF4-FFF2-40B4-BE49-F238E27FC236}">
                    <a16:creationId xmlns:a16="http://schemas.microsoft.com/office/drawing/2014/main" id="{E786022B-381A-12E6-7589-85AE18139856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337" name="Gruppieren 5336">
              <a:extLst>
                <a:ext uri="{FF2B5EF4-FFF2-40B4-BE49-F238E27FC236}">
                  <a16:creationId xmlns:a16="http://schemas.microsoft.com/office/drawing/2014/main" id="{D33C3898-0AA5-6DC3-961E-EEE12FD4CE7B}"/>
                </a:ext>
              </a:extLst>
            </p:cNvPr>
            <p:cNvGrpSpPr/>
            <p:nvPr/>
          </p:nvGrpSpPr>
          <p:grpSpPr>
            <a:xfrm>
              <a:off x="3002563" y="1451406"/>
              <a:ext cx="139984" cy="801735"/>
              <a:chOff x="1323055" y="1734575"/>
              <a:chExt cx="139984" cy="801735"/>
            </a:xfrm>
          </p:grpSpPr>
          <p:sp>
            <p:nvSpPr>
              <p:cNvPr id="5338" name="Rechteck: abgeschrägt 5337">
                <a:extLst>
                  <a:ext uri="{FF2B5EF4-FFF2-40B4-BE49-F238E27FC236}">
                    <a16:creationId xmlns:a16="http://schemas.microsoft.com/office/drawing/2014/main" id="{36DB9386-08EA-B10C-5242-0A62B18EDD29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39" name="Rechteck: abgeschrägt 5338">
                <a:extLst>
                  <a:ext uri="{FF2B5EF4-FFF2-40B4-BE49-F238E27FC236}">
                    <a16:creationId xmlns:a16="http://schemas.microsoft.com/office/drawing/2014/main" id="{E2AA35B9-E26D-0119-6852-38C1E37A73A2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40" name="Rechteck: abgeschrägt 5339">
                <a:extLst>
                  <a:ext uri="{FF2B5EF4-FFF2-40B4-BE49-F238E27FC236}">
                    <a16:creationId xmlns:a16="http://schemas.microsoft.com/office/drawing/2014/main" id="{09564F22-71DF-6668-8E8A-4079295BBD2E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41" name="Rechteck: abgeschrägt 5340">
                <a:extLst>
                  <a:ext uri="{FF2B5EF4-FFF2-40B4-BE49-F238E27FC236}">
                    <a16:creationId xmlns:a16="http://schemas.microsoft.com/office/drawing/2014/main" id="{77948CAF-FAE7-21B6-FF9F-8DAC03CB8A51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42" name="Rechteck: abgeschrägt 5341">
                <a:extLst>
                  <a:ext uri="{FF2B5EF4-FFF2-40B4-BE49-F238E27FC236}">
                    <a16:creationId xmlns:a16="http://schemas.microsoft.com/office/drawing/2014/main" id="{1F8978F9-C7A4-ECAC-62AC-3E0AB99FEF54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43" name="Rechteck: abgeschrägt 5342">
                <a:extLst>
                  <a:ext uri="{FF2B5EF4-FFF2-40B4-BE49-F238E27FC236}">
                    <a16:creationId xmlns:a16="http://schemas.microsoft.com/office/drawing/2014/main" id="{9370F655-FE18-DB12-99D6-5BC5384F7249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344" name="Gruppieren 5343">
              <a:extLst>
                <a:ext uri="{FF2B5EF4-FFF2-40B4-BE49-F238E27FC236}">
                  <a16:creationId xmlns:a16="http://schemas.microsoft.com/office/drawing/2014/main" id="{65FFE8F8-228C-0745-86C1-0D4C5096655F}"/>
                </a:ext>
              </a:extLst>
            </p:cNvPr>
            <p:cNvGrpSpPr/>
            <p:nvPr/>
          </p:nvGrpSpPr>
          <p:grpSpPr>
            <a:xfrm>
              <a:off x="2852783" y="1440143"/>
              <a:ext cx="139984" cy="801735"/>
              <a:chOff x="1323055" y="1734575"/>
              <a:chExt cx="139984" cy="801735"/>
            </a:xfrm>
          </p:grpSpPr>
          <p:sp>
            <p:nvSpPr>
              <p:cNvPr id="5345" name="Rechteck: abgeschrägt 5344">
                <a:extLst>
                  <a:ext uri="{FF2B5EF4-FFF2-40B4-BE49-F238E27FC236}">
                    <a16:creationId xmlns:a16="http://schemas.microsoft.com/office/drawing/2014/main" id="{037D1F50-F719-86C1-4877-7F13084F7301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46" name="Rechteck: abgeschrägt 5345">
                <a:extLst>
                  <a:ext uri="{FF2B5EF4-FFF2-40B4-BE49-F238E27FC236}">
                    <a16:creationId xmlns:a16="http://schemas.microsoft.com/office/drawing/2014/main" id="{6A642AFB-6BEE-1C28-C94E-F5D491FEFB0C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47" name="Rechteck: abgeschrägt 5346">
                <a:extLst>
                  <a:ext uri="{FF2B5EF4-FFF2-40B4-BE49-F238E27FC236}">
                    <a16:creationId xmlns:a16="http://schemas.microsoft.com/office/drawing/2014/main" id="{3A127496-A312-E90D-404F-155A99B2EFA6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48" name="Rechteck: abgeschrägt 5347">
                <a:extLst>
                  <a:ext uri="{FF2B5EF4-FFF2-40B4-BE49-F238E27FC236}">
                    <a16:creationId xmlns:a16="http://schemas.microsoft.com/office/drawing/2014/main" id="{3B2D7BCC-DD16-3988-84A5-6098D21B544E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49" name="Rechteck: abgeschrägt 5348">
                <a:extLst>
                  <a:ext uri="{FF2B5EF4-FFF2-40B4-BE49-F238E27FC236}">
                    <a16:creationId xmlns:a16="http://schemas.microsoft.com/office/drawing/2014/main" id="{B4497E29-5D23-ECAE-38A9-575B8133AFBC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50" name="Rechteck: abgeschrägt 5349">
                <a:extLst>
                  <a:ext uri="{FF2B5EF4-FFF2-40B4-BE49-F238E27FC236}">
                    <a16:creationId xmlns:a16="http://schemas.microsoft.com/office/drawing/2014/main" id="{5B7FF3DA-A588-DA0C-A032-AA1F4AAD9257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309" name="Gruppieren 5308">
              <a:extLst>
                <a:ext uri="{FF2B5EF4-FFF2-40B4-BE49-F238E27FC236}">
                  <a16:creationId xmlns:a16="http://schemas.microsoft.com/office/drawing/2014/main" id="{48213EF4-41D2-6BBE-D136-0A1652FCC1B9}"/>
                </a:ext>
              </a:extLst>
            </p:cNvPr>
            <p:cNvGrpSpPr/>
            <p:nvPr/>
          </p:nvGrpSpPr>
          <p:grpSpPr>
            <a:xfrm>
              <a:off x="2707803" y="1444255"/>
              <a:ext cx="139984" cy="801735"/>
              <a:chOff x="1323055" y="1734575"/>
              <a:chExt cx="139984" cy="801735"/>
            </a:xfrm>
          </p:grpSpPr>
          <p:sp>
            <p:nvSpPr>
              <p:cNvPr id="5310" name="Rechteck: abgeschrägt 5309">
                <a:extLst>
                  <a:ext uri="{FF2B5EF4-FFF2-40B4-BE49-F238E27FC236}">
                    <a16:creationId xmlns:a16="http://schemas.microsoft.com/office/drawing/2014/main" id="{82E5EEEE-DA71-0E78-C4C8-FBF56CAE2602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11" name="Rechteck: abgeschrägt 5310">
                <a:extLst>
                  <a:ext uri="{FF2B5EF4-FFF2-40B4-BE49-F238E27FC236}">
                    <a16:creationId xmlns:a16="http://schemas.microsoft.com/office/drawing/2014/main" id="{ADF6B07B-22B0-F244-5945-96F71D4AD8EE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12" name="Rechteck: abgeschrägt 5311">
                <a:extLst>
                  <a:ext uri="{FF2B5EF4-FFF2-40B4-BE49-F238E27FC236}">
                    <a16:creationId xmlns:a16="http://schemas.microsoft.com/office/drawing/2014/main" id="{4E46825F-C529-7DFA-5C6E-7A655D4B7598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13" name="Rechteck: abgeschrägt 5312">
                <a:extLst>
                  <a:ext uri="{FF2B5EF4-FFF2-40B4-BE49-F238E27FC236}">
                    <a16:creationId xmlns:a16="http://schemas.microsoft.com/office/drawing/2014/main" id="{AD4DD9A2-96AB-FF9F-35C4-17DD11AA5037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14" name="Rechteck: abgeschrägt 5313">
                <a:extLst>
                  <a:ext uri="{FF2B5EF4-FFF2-40B4-BE49-F238E27FC236}">
                    <a16:creationId xmlns:a16="http://schemas.microsoft.com/office/drawing/2014/main" id="{D7592681-B91B-EEBC-352E-8EE5B9CD28FB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15" name="Rechteck: abgeschrägt 5314">
                <a:extLst>
                  <a:ext uri="{FF2B5EF4-FFF2-40B4-BE49-F238E27FC236}">
                    <a16:creationId xmlns:a16="http://schemas.microsoft.com/office/drawing/2014/main" id="{578935BA-FFFD-184D-CECD-726FFFBC1554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316" name="Gruppieren 5315">
              <a:extLst>
                <a:ext uri="{FF2B5EF4-FFF2-40B4-BE49-F238E27FC236}">
                  <a16:creationId xmlns:a16="http://schemas.microsoft.com/office/drawing/2014/main" id="{CDEE8196-8369-89C9-22B9-888D716C9547}"/>
                </a:ext>
              </a:extLst>
            </p:cNvPr>
            <p:cNvGrpSpPr/>
            <p:nvPr/>
          </p:nvGrpSpPr>
          <p:grpSpPr>
            <a:xfrm>
              <a:off x="2558023" y="1432992"/>
              <a:ext cx="139984" cy="801735"/>
              <a:chOff x="1323055" y="1734575"/>
              <a:chExt cx="139984" cy="801735"/>
            </a:xfrm>
          </p:grpSpPr>
          <p:sp>
            <p:nvSpPr>
              <p:cNvPr id="5317" name="Rechteck: abgeschrägt 5316">
                <a:extLst>
                  <a:ext uri="{FF2B5EF4-FFF2-40B4-BE49-F238E27FC236}">
                    <a16:creationId xmlns:a16="http://schemas.microsoft.com/office/drawing/2014/main" id="{1F8FEA82-6E2E-0568-0E5D-072595B14257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18" name="Rechteck: abgeschrägt 5317">
                <a:extLst>
                  <a:ext uri="{FF2B5EF4-FFF2-40B4-BE49-F238E27FC236}">
                    <a16:creationId xmlns:a16="http://schemas.microsoft.com/office/drawing/2014/main" id="{7FE9FE01-DC93-B971-725B-03554D444365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19" name="Rechteck: abgeschrägt 5318">
                <a:extLst>
                  <a:ext uri="{FF2B5EF4-FFF2-40B4-BE49-F238E27FC236}">
                    <a16:creationId xmlns:a16="http://schemas.microsoft.com/office/drawing/2014/main" id="{33A14C5B-6F22-2A7E-4B1B-CB4128888789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20" name="Rechteck: abgeschrägt 5319">
                <a:extLst>
                  <a:ext uri="{FF2B5EF4-FFF2-40B4-BE49-F238E27FC236}">
                    <a16:creationId xmlns:a16="http://schemas.microsoft.com/office/drawing/2014/main" id="{0641C88C-2A41-B6C9-4229-84C776CEF2D2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21" name="Rechteck: abgeschrägt 5320">
                <a:extLst>
                  <a:ext uri="{FF2B5EF4-FFF2-40B4-BE49-F238E27FC236}">
                    <a16:creationId xmlns:a16="http://schemas.microsoft.com/office/drawing/2014/main" id="{A95FCE10-5270-4333-C4DA-DB4752B36084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22" name="Rechteck: abgeschrägt 5321">
                <a:extLst>
                  <a:ext uri="{FF2B5EF4-FFF2-40B4-BE49-F238E27FC236}">
                    <a16:creationId xmlns:a16="http://schemas.microsoft.com/office/drawing/2014/main" id="{1BC72F19-E35E-FD02-25D0-9F0A6F870F71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302" name="Gruppieren 5301">
              <a:extLst>
                <a:ext uri="{FF2B5EF4-FFF2-40B4-BE49-F238E27FC236}">
                  <a16:creationId xmlns:a16="http://schemas.microsoft.com/office/drawing/2014/main" id="{BB2FA5ED-A194-7353-C948-019003E1C714}"/>
                </a:ext>
              </a:extLst>
            </p:cNvPr>
            <p:cNvGrpSpPr/>
            <p:nvPr/>
          </p:nvGrpSpPr>
          <p:grpSpPr>
            <a:xfrm>
              <a:off x="2409155" y="1443070"/>
              <a:ext cx="139984" cy="801735"/>
              <a:chOff x="1323055" y="1734575"/>
              <a:chExt cx="139984" cy="801735"/>
            </a:xfrm>
          </p:grpSpPr>
          <p:sp>
            <p:nvSpPr>
              <p:cNvPr id="5303" name="Rechteck: abgeschrägt 5302">
                <a:extLst>
                  <a:ext uri="{FF2B5EF4-FFF2-40B4-BE49-F238E27FC236}">
                    <a16:creationId xmlns:a16="http://schemas.microsoft.com/office/drawing/2014/main" id="{3E1BEB88-A1E1-66D0-D4A3-384E8933822A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04" name="Rechteck: abgeschrägt 5303">
                <a:extLst>
                  <a:ext uri="{FF2B5EF4-FFF2-40B4-BE49-F238E27FC236}">
                    <a16:creationId xmlns:a16="http://schemas.microsoft.com/office/drawing/2014/main" id="{863233E6-E9F7-2C3B-BBF9-B098755F03C3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05" name="Rechteck: abgeschrägt 5304">
                <a:extLst>
                  <a:ext uri="{FF2B5EF4-FFF2-40B4-BE49-F238E27FC236}">
                    <a16:creationId xmlns:a16="http://schemas.microsoft.com/office/drawing/2014/main" id="{EAC8451F-BC63-D5BC-5EAD-FA03F2C2C49D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06" name="Rechteck: abgeschrägt 5305">
                <a:extLst>
                  <a:ext uri="{FF2B5EF4-FFF2-40B4-BE49-F238E27FC236}">
                    <a16:creationId xmlns:a16="http://schemas.microsoft.com/office/drawing/2014/main" id="{66DAEE78-6C6A-5963-E202-BE10141DC1D0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07" name="Rechteck: abgeschrägt 5306">
                <a:extLst>
                  <a:ext uri="{FF2B5EF4-FFF2-40B4-BE49-F238E27FC236}">
                    <a16:creationId xmlns:a16="http://schemas.microsoft.com/office/drawing/2014/main" id="{3D72BE07-F686-9F46-FDE0-5F347E073A4A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308" name="Rechteck: abgeschrägt 5307">
                <a:extLst>
                  <a:ext uri="{FF2B5EF4-FFF2-40B4-BE49-F238E27FC236}">
                    <a16:creationId xmlns:a16="http://schemas.microsoft.com/office/drawing/2014/main" id="{EE7E5DE6-F1CE-5D37-46C6-0D9231FFB9F3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301" name="Gruppieren 5300">
              <a:extLst>
                <a:ext uri="{FF2B5EF4-FFF2-40B4-BE49-F238E27FC236}">
                  <a16:creationId xmlns:a16="http://schemas.microsoft.com/office/drawing/2014/main" id="{54EC4E2B-35D8-E51A-F8D2-2C1261B6F87E}"/>
                </a:ext>
              </a:extLst>
            </p:cNvPr>
            <p:cNvGrpSpPr/>
            <p:nvPr/>
          </p:nvGrpSpPr>
          <p:grpSpPr>
            <a:xfrm>
              <a:off x="2259375" y="1431807"/>
              <a:ext cx="139984" cy="801735"/>
              <a:chOff x="1323055" y="1734575"/>
              <a:chExt cx="139984" cy="801735"/>
            </a:xfrm>
          </p:grpSpPr>
          <p:sp>
            <p:nvSpPr>
              <p:cNvPr id="5294" name="Rechteck: abgeschrägt 5293">
                <a:extLst>
                  <a:ext uri="{FF2B5EF4-FFF2-40B4-BE49-F238E27FC236}">
                    <a16:creationId xmlns:a16="http://schemas.microsoft.com/office/drawing/2014/main" id="{00EDB6EE-62FA-067A-B873-221428F5E288}"/>
                  </a:ext>
                </a:extLst>
              </p:cNvPr>
              <p:cNvSpPr/>
              <p:nvPr/>
            </p:nvSpPr>
            <p:spPr>
              <a:xfrm>
                <a:off x="1323055" y="1734575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295" name="Rechteck: abgeschrägt 5294">
                <a:extLst>
                  <a:ext uri="{FF2B5EF4-FFF2-40B4-BE49-F238E27FC236}">
                    <a16:creationId xmlns:a16="http://schemas.microsoft.com/office/drawing/2014/main" id="{D5670EBA-392B-0028-9584-12FD9581307D}"/>
                  </a:ext>
                </a:extLst>
              </p:cNvPr>
              <p:cNvSpPr/>
              <p:nvPr/>
            </p:nvSpPr>
            <p:spPr>
              <a:xfrm>
                <a:off x="1323055" y="1866269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296" name="Rechteck: abgeschrägt 5295">
                <a:extLst>
                  <a:ext uri="{FF2B5EF4-FFF2-40B4-BE49-F238E27FC236}">
                    <a16:creationId xmlns:a16="http://schemas.microsoft.com/office/drawing/2014/main" id="{F6E2097D-3911-0158-6CAB-E8E5A1AD7612}"/>
                  </a:ext>
                </a:extLst>
              </p:cNvPr>
              <p:cNvSpPr/>
              <p:nvPr/>
            </p:nvSpPr>
            <p:spPr>
              <a:xfrm>
                <a:off x="1323055" y="1993096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297" name="Rechteck: abgeschrägt 5296">
                <a:extLst>
                  <a:ext uri="{FF2B5EF4-FFF2-40B4-BE49-F238E27FC236}">
                    <a16:creationId xmlns:a16="http://schemas.microsoft.com/office/drawing/2014/main" id="{323E1114-DA29-C76E-B48A-DC78C3255359}"/>
                  </a:ext>
                </a:extLst>
              </p:cNvPr>
              <p:cNvSpPr/>
              <p:nvPr/>
            </p:nvSpPr>
            <p:spPr>
              <a:xfrm>
                <a:off x="1323055" y="211992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298" name="Rechteck: abgeschrägt 5297">
                <a:extLst>
                  <a:ext uri="{FF2B5EF4-FFF2-40B4-BE49-F238E27FC236}">
                    <a16:creationId xmlns:a16="http://schemas.microsoft.com/office/drawing/2014/main" id="{161510B4-25F6-CAE1-9F44-16BBF52C8199}"/>
                  </a:ext>
                </a:extLst>
              </p:cNvPr>
              <p:cNvSpPr/>
              <p:nvPr/>
            </p:nvSpPr>
            <p:spPr>
              <a:xfrm>
                <a:off x="1323055" y="226470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299" name="Rechteck: abgeschrägt 5298">
                <a:extLst>
                  <a:ext uri="{FF2B5EF4-FFF2-40B4-BE49-F238E27FC236}">
                    <a16:creationId xmlns:a16="http://schemas.microsoft.com/office/drawing/2014/main" id="{18F0B246-9C7A-EFB7-8BBE-75E9556E180E}"/>
                  </a:ext>
                </a:extLst>
              </p:cNvPr>
              <p:cNvSpPr/>
              <p:nvPr/>
            </p:nvSpPr>
            <p:spPr>
              <a:xfrm>
                <a:off x="1323055" y="2409483"/>
                <a:ext cx="139984" cy="126827"/>
              </a:xfrm>
              <a:prstGeom prst="bevel">
                <a:avLst>
                  <a:gd name="adj" fmla="val 2684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274" name="Gruppieren 5273">
              <a:extLst>
                <a:ext uri="{FF2B5EF4-FFF2-40B4-BE49-F238E27FC236}">
                  <a16:creationId xmlns:a16="http://schemas.microsoft.com/office/drawing/2014/main" id="{2446837B-AA9F-BD87-CAAF-739B76CB097A}"/>
                </a:ext>
              </a:extLst>
            </p:cNvPr>
            <p:cNvGrpSpPr/>
            <p:nvPr/>
          </p:nvGrpSpPr>
          <p:grpSpPr>
            <a:xfrm>
              <a:off x="2061655" y="1353618"/>
              <a:ext cx="3226083" cy="156409"/>
              <a:chOff x="2051782" y="1248770"/>
              <a:chExt cx="3367858" cy="194570"/>
            </a:xfrm>
          </p:grpSpPr>
          <p:sp>
            <p:nvSpPr>
              <p:cNvPr id="5275" name="Flussdiagramm: Manuelle Verarbeitung 5274">
                <a:extLst>
                  <a:ext uri="{FF2B5EF4-FFF2-40B4-BE49-F238E27FC236}">
                    <a16:creationId xmlns:a16="http://schemas.microsoft.com/office/drawing/2014/main" id="{D7FF340E-3738-C45A-37BA-A5A240608A2F}"/>
                  </a:ext>
                </a:extLst>
              </p:cNvPr>
              <p:cNvSpPr/>
              <p:nvPr/>
            </p:nvSpPr>
            <p:spPr>
              <a:xfrm>
                <a:off x="2051782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76" name="Flussdiagramm: Manuelle Verarbeitung 5275">
                <a:extLst>
                  <a:ext uri="{FF2B5EF4-FFF2-40B4-BE49-F238E27FC236}">
                    <a16:creationId xmlns:a16="http://schemas.microsoft.com/office/drawing/2014/main" id="{87FCA5CA-4D78-4552-960C-C94BCE1DA2D1}"/>
                  </a:ext>
                </a:extLst>
              </p:cNvPr>
              <p:cNvSpPr/>
              <p:nvPr/>
            </p:nvSpPr>
            <p:spPr>
              <a:xfrm>
                <a:off x="2249529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77" name="Flussdiagramm: Manuelle Verarbeitung 5276">
                <a:extLst>
                  <a:ext uri="{FF2B5EF4-FFF2-40B4-BE49-F238E27FC236}">
                    <a16:creationId xmlns:a16="http://schemas.microsoft.com/office/drawing/2014/main" id="{610CDA1D-F5C7-A3F8-53CC-546CFB78CA90}"/>
                  </a:ext>
                </a:extLst>
              </p:cNvPr>
              <p:cNvSpPr/>
              <p:nvPr/>
            </p:nvSpPr>
            <p:spPr>
              <a:xfrm>
                <a:off x="2447276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78" name="Flussdiagramm: Manuelle Verarbeitung 5277">
                <a:extLst>
                  <a:ext uri="{FF2B5EF4-FFF2-40B4-BE49-F238E27FC236}">
                    <a16:creationId xmlns:a16="http://schemas.microsoft.com/office/drawing/2014/main" id="{5636FAE6-D1D8-32D2-55B7-38D18D3F24B8}"/>
                  </a:ext>
                </a:extLst>
              </p:cNvPr>
              <p:cNvSpPr/>
              <p:nvPr/>
            </p:nvSpPr>
            <p:spPr>
              <a:xfrm>
                <a:off x="2645023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79" name="Flussdiagramm: Manuelle Verarbeitung 5278">
                <a:extLst>
                  <a:ext uri="{FF2B5EF4-FFF2-40B4-BE49-F238E27FC236}">
                    <a16:creationId xmlns:a16="http://schemas.microsoft.com/office/drawing/2014/main" id="{8F9FCDFF-6FF4-5503-D287-E0FB17C2276D}"/>
                  </a:ext>
                </a:extLst>
              </p:cNvPr>
              <p:cNvSpPr/>
              <p:nvPr/>
            </p:nvSpPr>
            <p:spPr>
              <a:xfrm>
                <a:off x="2842770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80" name="Flussdiagramm: Manuelle Verarbeitung 5279">
                <a:extLst>
                  <a:ext uri="{FF2B5EF4-FFF2-40B4-BE49-F238E27FC236}">
                    <a16:creationId xmlns:a16="http://schemas.microsoft.com/office/drawing/2014/main" id="{BD087E79-E89E-63C2-9190-AB0960684C0A}"/>
                  </a:ext>
                </a:extLst>
              </p:cNvPr>
              <p:cNvSpPr/>
              <p:nvPr/>
            </p:nvSpPr>
            <p:spPr>
              <a:xfrm>
                <a:off x="3040517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81" name="Flussdiagramm: Manuelle Verarbeitung 5280">
                <a:extLst>
                  <a:ext uri="{FF2B5EF4-FFF2-40B4-BE49-F238E27FC236}">
                    <a16:creationId xmlns:a16="http://schemas.microsoft.com/office/drawing/2014/main" id="{FC9754B8-72BA-7E06-4D0F-3811D9D92B36}"/>
                  </a:ext>
                </a:extLst>
              </p:cNvPr>
              <p:cNvSpPr/>
              <p:nvPr/>
            </p:nvSpPr>
            <p:spPr>
              <a:xfrm>
                <a:off x="3238263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82" name="Flussdiagramm: Manuelle Verarbeitung 5281">
                <a:extLst>
                  <a:ext uri="{FF2B5EF4-FFF2-40B4-BE49-F238E27FC236}">
                    <a16:creationId xmlns:a16="http://schemas.microsoft.com/office/drawing/2014/main" id="{457A189E-B331-2106-2F32-B70711455BEA}"/>
                  </a:ext>
                </a:extLst>
              </p:cNvPr>
              <p:cNvSpPr/>
              <p:nvPr/>
            </p:nvSpPr>
            <p:spPr>
              <a:xfrm>
                <a:off x="3436010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83" name="Flussdiagramm: Manuelle Verarbeitung 5282">
                <a:extLst>
                  <a:ext uri="{FF2B5EF4-FFF2-40B4-BE49-F238E27FC236}">
                    <a16:creationId xmlns:a16="http://schemas.microsoft.com/office/drawing/2014/main" id="{F72FC77E-2E1A-1FF8-896E-FC787745ECE7}"/>
                  </a:ext>
                </a:extLst>
              </p:cNvPr>
              <p:cNvSpPr/>
              <p:nvPr/>
            </p:nvSpPr>
            <p:spPr>
              <a:xfrm>
                <a:off x="3634304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84" name="Flussdiagramm: Manuelle Verarbeitung 5283">
                <a:extLst>
                  <a:ext uri="{FF2B5EF4-FFF2-40B4-BE49-F238E27FC236}">
                    <a16:creationId xmlns:a16="http://schemas.microsoft.com/office/drawing/2014/main" id="{467EF41F-179B-CB43-8B83-26F614D0732E}"/>
                  </a:ext>
                </a:extLst>
              </p:cNvPr>
              <p:cNvSpPr/>
              <p:nvPr/>
            </p:nvSpPr>
            <p:spPr>
              <a:xfrm>
                <a:off x="3832051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85" name="Flussdiagramm: Manuelle Verarbeitung 5284">
                <a:extLst>
                  <a:ext uri="{FF2B5EF4-FFF2-40B4-BE49-F238E27FC236}">
                    <a16:creationId xmlns:a16="http://schemas.microsoft.com/office/drawing/2014/main" id="{5E5871CD-27CC-0965-6484-84310ACDF2DB}"/>
                  </a:ext>
                </a:extLst>
              </p:cNvPr>
              <p:cNvSpPr/>
              <p:nvPr/>
            </p:nvSpPr>
            <p:spPr>
              <a:xfrm>
                <a:off x="4029798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86" name="Flussdiagramm: Manuelle Verarbeitung 5285">
                <a:extLst>
                  <a:ext uri="{FF2B5EF4-FFF2-40B4-BE49-F238E27FC236}">
                    <a16:creationId xmlns:a16="http://schemas.microsoft.com/office/drawing/2014/main" id="{C00E363D-9593-00CB-28ED-86A70A833AA5}"/>
                  </a:ext>
                </a:extLst>
              </p:cNvPr>
              <p:cNvSpPr/>
              <p:nvPr/>
            </p:nvSpPr>
            <p:spPr>
              <a:xfrm>
                <a:off x="4227544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87" name="Flussdiagramm: Manuelle Verarbeitung 5286">
                <a:extLst>
                  <a:ext uri="{FF2B5EF4-FFF2-40B4-BE49-F238E27FC236}">
                    <a16:creationId xmlns:a16="http://schemas.microsoft.com/office/drawing/2014/main" id="{6348CFA5-4A35-7CAB-9E45-C63947BAA61C}"/>
                  </a:ext>
                </a:extLst>
              </p:cNvPr>
              <p:cNvSpPr/>
              <p:nvPr/>
            </p:nvSpPr>
            <p:spPr>
              <a:xfrm>
                <a:off x="4425291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88" name="Flussdiagramm: Manuelle Verarbeitung 5287">
                <a:extLst>
                  <a:ext uri="{FF2B5EF4-FFF2-40B4-BE49-F238E27FC236}">
                    <a16:creationId xmlns:a16="http://schemas.microsoft.com/office/drawing/2014/main" id="{D5884043-FCBA-A2AE-9D41-0A53D6C397CE}"/>
                  </a:ext>
                </a:extLst>
              </p:cNvPr>
              <p:cNvSpPr/>
              <p:nvPr/>
            </p:nvSpPr>
            <p:spPr>
              <a:xfrm>
                <a:off x="4623038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89" name="Flussdiagramm: Manuelle Verarbeitung 5288">
                <a:extLst>
                  <a:ext uri="{FF2B5EF4-FFF2-40B4-BE49-F238E27FC236}">
                    <a16:creationId xmlns:a16="http://schemas.microsoft.com/office/drawing/2014/main" id="{7691D01C-A632-2FB4-CE10-48FA791F2EE7}"/>
                  </a:ext>
                </a:extLst>
              </p:cNvPr>
              <p:cNvSpPr/>
              <p:nvPr/>
            </p:nvSpPr>
            <p:spPr>
              <a:xfrm>
                <a:off x="4820785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90" name="Flussdiagramm: Manuelle Verarbeitung 5289">
                <a:extLst>
                  <a:ext uri="{FF2B5EF4-FFF2-40B4-BE49-F238E27FC236}">
                    <a16:creationId xmlns:a16="http://schemas.microsoft.com/office/drawing/2014/main" id="{63B8D565-B678-A043-E87A-F9589A7C33C1}"/>
                  </a:ext>
                </a:extLst>
              </p:cNvPr>
              <p:cNvSpPr/>
              <p:nvPr/>
            </p:nvSpPr>
            <p:spPr>
              <a:xfrm>
                <a:off x="5018532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91" name="Flussdiagramm: Manuelle Verarbeitung 5290">
                <a:extLst>
                  <a:ext uri="{FF2B5EF4-FFF2-40B4-BE49-F238E27FC236}">
                    <a16:creationId xmlns:a16="http://schemas.microsoft.com/office/drawing/2014/main" id="{7AD9CFCF-13ED-F1E5-DE0E-792096740E94}"/>
                  </a:ext>
                </a:extLst>
              </p:cNvPr>
              <p:cNvSpPr/>
              <p:nvPr/>
            </p:nvSpPr>
            <p:spPr>
              <a:xfrm>
                <a:off x="5216279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256" name="Gruppieren 5255">
              <a:extLst>
                <a:ext uri="{FF2B5EF4-FFF2-40B4-BE49-F238E27FC236}">
                  <a16:creationId xmlns:a16="http://schemas.microsoft.com/office/drawing/2014/main" id="{430A71E7-8BAC-FFA3-2963-3758C12A88F1}"/>
                </a:ext>
              </a:extLst>
            </p:cNvPr>
            <p:cNvGrpSpPr/>
            <p:nvPr/>
          </p:nvGrpSpPr>
          <p:grpSpPr>
            <a:xfrm>
              <a:off x="2234876" y="1279980"/>
              <a:ext cx="3226083" cy="156409"/>
              <a:chOff x="2051782" y="1248770"/>
              <a:chExt cx="3367858" cy="194570"/>
            </a:xfrm>
          </p:grpSpPr>
          <p:sp>
            <p:nvSpPr>
              <p:cNvPr id="5257" name="Flussdiagramm: Manuelle Verarbeitung 5256">
                <a:extLst>
                  <a:ext uri="{FF2B5EF4-FFF2-40B4-BE49-F238E27FC236}">
                    <a16:creationId xmlns:a16="http://schemas.microsoft.com/office/drawing/2014/main" id="{69736D1E-C573-5D5F-9C97-A88750150029}"/>
                  </a:ext>
                </a:extLst>
              </p:cNvPr>
              <p:cNvSpPr/>
              <p:nvPr/>
            </p:nvSpPr>
            <p:spPr>
              <a:xfrm>
                <a:off x="2051782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58" name="Flussdiagramm: Manuelle Verarbeitung 5257">
                <a:extLst>
                  <a:ext uri="{FF2B5EF4-FFF2-40B4-BE49-F238E27FC236}">
                    <a16:creationId xmlns:a16="http://schemas.microsoft.com/office/drawing/2014/main" id="{5C8A17C9-8439-F336-0D98-B7DEA2E97A99}"/>
                  </a:ext>
                </a:extLst>
              </p:cNvPr>
              <p:cNvSpPr/>
              <p:nvPr/>
            </p:nvSpPr>
            <p:spPr>
              <a:xfrm>
                <a:off x="2249529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59" name="Flussdiagramm: Manuelle Verarbeitung 5258">
                <a:extLst>
                  <a:ext uri="{FF2B5EF4-FFF2-40B4-BE49-F238E27FC236}">
                    <a16:creationId xmlns:a16="http://schemas.microsoft.com/office/drawing/2014/main" id="{2C3E3A35-22DB-32FA-198B-2CE8AB2F4EBA}"/>
                  </a:ext>
                </a:extLst>
              </p:cNvPr>
              <p:cNvSpPr/>
              <p:nvPr/>
            </p:nvSpPr>
            <p:spPr>
              <a:xfrm>
                <a:off x="2447276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60" name="Flussdiagramm: Manuelle Verarbeitung 5259">
                <a:extLst>
                  <a:ext uri="{FF2B5EF4-FFF2-40B4-BE49-F238E27FC236}">
                    <a16:creationId xmlns:a16="http://schemas.microsoft.com/office/drawing/2014/main" id="{75247852-F0CC-D35C-915A-3F12B9F11A3D}"/>
                  </a:ext>
                </a:extLst>
              </p:cNvPr>
              <p:cNvSpPr/>
              <p:nvPr/>
            </p:nvSpPr>
            <p:spPr>
              <a:xfrm>
                <a:off x="2645023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61" name="Flussdiagramm: Manuelle Verarbeitung 5260">
                <a:extLst>
                  <a:ext uri="{FF2B5EF4-FFF2-40B4-BE49-F238E27FC236}">
                    <a16:creationId xmlns:a16="http://schemas.microsoft.com/office/drawing/2014/main" id="{5A9B40FE-3836-76CE-0A3F-682334AE0288}"/>
                  </a:ext>
                </a:extLst>
              </p:cNvPr>
              <p:cNvSpPr/>
              <p:nvPr/>
            </p:nvSpPr>
            <p:spPr>
              <a:xfrm>
                <a:off x="2842770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62" name="Flussdiagramm: Manuelle Verarbeitung 5261">
                <a:extLst>
                  <a:ext uri="{FF2B5EF4-FFF2-40B4-BE49-F238E27FC236}">
                    <a16:creationId xmlns:a16="http://schemas.microsoft.com/office/drawing/2014/main" id="{E9723259-2542-87A4-0DB2-3698CDA49663}"/>
                  </a:ext>
                </a:extLst>
              </p:cNvPr>
              <p:cNvSpPr/>
              <p:nvPr/>
            </p:nvSpPr>
            <p:spPr>
              <a:xfrm>
                <a:off x="3040517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63" name="Flussdiagramm: Manuelle Verarbeitung 5262">
                <a:extLst>
                  <a:ext uri="{FF2B5EF4-FFF2-40B4-BE49-F238E27FC236}">
                    <a16:creationId xmlns:a16="http://schemas.microsoft.com/office/drawing/2014/main" id="{57E8745E-820F-7EAB-EBEF-46FFBD0F200A}"/>
                  </a:ext>
                </a:extLst>
              </p:cNvPr>
              <p:cNvSpPr/>
              <p:nvPr/>
            </p:nvSpPr>
            <p:spPr>
              <a:xfrm>
                <a:off x="3238263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64" name="Flussdiagramm: Manuelle Verarbeitung 5263">
                <a:extLst>
                  <a:ext uri="{FF2B5EF4-FFF2-40B4-BE49-F238E27FC236}">
                    <a16:creationId xmlns:a16="http://schemas.microsoft.com/office/drawing/2014/main" id="{ADAE54A3-5E0E-6B79-C10D-574FE67686EE}"/>
                  </a:ext>
                </a:extLst>
              </p:cNvPr>
              <p:cNvSpPr/>
              <p:nvPr/>
            </p:nvSpPr>
            <p:spPr>
              <a:xfrm>
                <a:off x="3436010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65" name="Flussdiagramm: Manuelle Verarbeitung 5264">
                <a:extLst>
                  <a:ext uri="{FF2B5EF4-FFF2-40B4-BE49-F238E27FC236}">
                    <a16:creationId xmlns:a16="http://schemas.microsoft.com/office/drawing/2014/main" id="{7BE5E544-8E64-E15E-C2B8-9546FD89E71B}"/>
                  </a:ext>
                </a:extLst>
              </p:cNvPr>
              <p:cNvSpPr/>
              <p:nvPr/>
            </p:nvSpPr>
            <p:spPr>
              <a:xfrm>
                <a:off x="3634304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66" name="Flussdiagramm: Manuelle Verarbeitung 5265">
                <a:extLst>
                  <a:ext uri="{FF2B5EF4-FFF2-40B4-BE49-F238E27FC236}">
                    <a16:creationId xmlns:a16="http://schemas.microsoft.com/office/drawing/2014/main" id="{756F043D-FFFB-4E89-803B-C42C2619E303}"/>
                  </a:ext>
                </a:extLst>
              </p:cNvPr>
              <p:cNvSpPr/>
              <p:nvPr/>
            </p:nvSpPr>
            <p:spPr>
              <a:xfrm>
                <a:off x="3832051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67" name="Flussdiagramm: Manuelle Verarbeitung 5266">
                <a:extLst>
                  <a:ext uri="{FF2B5EF4-FFF2-40B4-BE49-F238E27FC236}">
                    <a16:creationId xmlns:a16="http://schemas.microsoft.com/office/drawing/2014/main" id="{60B80716-D6DD-F8B9-ACC5-C1A9EB2D53D6}"/>
                  </a:ext>
                </a:extLst>
              </p:cNvPr>
              <p:cNvSpPr/>
              <p:nvPr/>
            </p:nvSpPr>
            <p:spPr>
              <a:xfrm>
                <a:off x="4029798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68" name="Flussdiagramm: Manuelle Verarbeitung 5267">
                <a:extLst>
                  <a:ext uri="{FF2B5EF4-FFF2-40B4-BE49-F238E27FC236}">
                    <a16:creationId xmlns:a16="http://schemas.microsoft.com/office/drawing/2014/main" id="{BEDF9EAE-59A7-B4D8-7121-255CAFD20221}"/>
                  </a:ext>
                </a:extLst>
              </p:cNvPr>
              <p:cNvSpPr/>
              <p:nvPr/>
            </p:nvSpPr>
            <p:spPr>
              <a:xfrm>
                <a:off x="4227544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69" name="Flussdiagramm: Manuelle Verarbeitung 5268">
                <a:extLst>
                  <a:ext uri="{FF2B5EF4-FFF2-40B4-BE49-F238E27FC236}">
                    <a16:creationId xmlns:a16="http://schemas.microsoft.com/office/drawing/2014/main" id="{3805705A-2193-7783-D3D8-9039DF1C28F3}"/>
                  </a:ext>
                </a:extLst>
              </p:cNvPr>
              <p:cNvSpPr/>
              <p:nvPr/>
            </p:nvSpPr>
            <p:spPr>
              <a:xfrm>
                <a:off x="4425291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70" name="Flussdiagramm: Manuelle Verarbeitung 5269">
                <a:extLst>
                  <a:ext uri="{FF2B5EF4-FFF2-40B4-BE49-F238E27FC236}">
                    <a16:creationId xmlns:a16="http://schemas.microsoft.com/office/drawing/2014/main" id="{697311D1-8B06-79F5-E44B-1E069F02C8A8}"/>
                  </a:ext>
                </a:extLst>
              </p:cNvPr>
              <p:cNvSpPr/>
              <p:nvPr/>
            </p:nvSpPr>
            <p:spPr>
              <a:xfrm>
                <a:off x="4623038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71" name="Flussdiagramm: Manuelle Verarbeitung 5270">
                <a:extLst>
                  <a:ext uri="{FF2B5EF4-FFF2-40B4-BE49-F238E27FC236}">
                    <a16:creationId xmlns:a16="http://schemas.microsoft.com/office/drawing/2014/main" id="{32E9CA97-C2DA-A0AC-362D-9340AF6DCA56}"/>
                  </a:ext>
                </a:extLst>
              </p:cNvPr>
              <p:cNvSpPr/>
              <p:nvPr/>
            </p:nvSpPr>
            <p:spPr>
              <a:xfrm>
                <a:off x="4820785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72" name="Flussdiagramm: Manuelle Verarbeitung 5271">
                <a:extLst>
                  <a:ext uri="{FF2B5EF4-FFF2-40B4-BE49-F238E27FC236}">
                    <a16:creationId xmlns:a16="http://schemas.microsoft.com/office/drawing/2014/main" id="{07637BD7-B272-DB66-9115-EB84604A2C19}"/>
                  </a:ext>
                </a:extLst>
              </p:cNvPr>
              <p:cNvSpPr/>
              <p:nvPr/>
            </p:nvSpPr>
            <p:spPr>
              <a:xfrm>
                <a:off x="5018532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73" name="Flussdiagramm: Manuelle Verarbeitung 5272">
                <a:extLst>
                  <a:ext uri="{FF2B5EF4-FFF2-40B4-BE49-F238E27FC236}">
                    <a16:creationId xmlns:a16="http://schemas.microsoft.com/office/drawing/2014/main" id="{35BB077A-6B10-EF6A-D6DF-7F1A47D2DC7E}"/>
                  </a:ext>
                </a:extLst>
              </p:cNvPr>
              <p:cNvSpPr/>
              <p:nvPr/>
            </p:nvSpPr>
            <p:spPr>
              <a:xfrm>
                <a:off x="5216279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238" name="Gruppieren 5237">
              <a:extLst>
                <a:ext uri="{FF2B5EF4-FFF2-40B4-BE49-F238E27FC236}">
                  <a16:creationId xmlns:a16="http://schemas.microsoft.com/office/drawing/2014/main" id="{CC7E6D4E-6690-E2C6-8692-E64674532CF4}"/>
                </a:ext>
              </a:extLst>
            </p:cNvPr>
            <p:cNvGrpSpPr/>
            <p:nvPr/>
          </p:nvGrpSpPr>
          <p:grpSpPr>
            <a:xfrm>
              <a:off x="2214390" y="1174311"/>
              <a:ext cx="3367858" cy="194570"/>
              <a:chOff x="2051782" y="1248770"/>
              <a:chExt cx="3367858" cy="194570"/>
            </a:xfrm>
          </p:grpSpPr>
          <p:sp>
            <p:nvSpPr>
              <p:cNvPr id="5239" name="Flussdiagramm: Manuelle Verarbeitung 5238">
                <a:extLst>
                  <a:ext uri="{FF2B5EF4-FFF2-40B4-BE49-F238E27FC236}">
                    <a16:creationId xmlns:a16="http://schemas.microsoft.com/office/drawing/2014/main" id="{DF2F1E8D-8F0A-909F-8CC2-A2B7A1771566}"/>
                  </a:ext>
                </a:extLst>
              </p:cNvPr>
              <p:cNvSpPr/>
              <p:nvPr/>
            </p:nvSpPr>
            <p:spPr>
              <a:xfrm>
                <a:off x="2051782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40" name="Flussdiagramm: Manuelle Verarbeitung 5239">
                <a:extLst>
                  <a:ext uri="{FF2B5EF4-FFF2-40B4-BE49-F238E27FC236}">
                    <a16:creationId xmlns:a16="http://schemas.microsoft.com/office/drawing/2014/main" id="{6CBF0C83-4C7D-E5F5-8223-CFE5D6F30AFD}"/>
                  </a:ext>
                </a:extLst>
              </p:cNvPr>
              <p:cNvSpPr/>
              <p:nvPr/>
            </p:nvSpPr>
            <p:spPr>
              <a:xfrm>
                <a:off x="2249529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41" name="Flussdiagramm: Manuelle Verarbeitung 5240">
                <a:extLst>
                  <a:ext uri="{FF2B5EF4-FFF2-40B4-BE49-F238E27FC236}">
                    <a16:creationId xmlns:a16="http://schemas.microsoft.com/office/drawing/2014/main" id="{32A1B3BD-82FE-3AE4-8E03-459CF092D561}"/>
                  </a:ext>
                </a:extLst>
              </p:cNvPr>
              <p:cNvSpPr/>
              <p:nvPr/>
            </p:nvSpPr>
            <p:spPr>
              <a:xfrm>
                <a:off x="2447276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42" name="Flussdiagramm: Manuelle Verarbeitung 5241">
                <a:extLst>
                  <a:ext uri="{FF2B5EF4-FFF2-40B4-BE49-F238E27FC236}">
                    <a16:creationId xmlns:a16="http://schemas.microsoft.com/office/drawing/2014/main" id="{5A505D94-419C-F39D-D5C1-76B0A3F83BF5}"/>
                  </a:ext>
                </a:extLst>
              </p:cNvPr>
              <p:cNvSpPr/>
              <p:nvPr/>
            </p:nvSpPr>
            <p:spPr>
              <a:xfrm>
                <a:off x="2645023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43" name="Flussdiagramm: Manuelle Verarbeitung 5242">
                <a:extLst>
                  <a:ext uri="{FF2B5EF4-FFF2-40B4-BE49-F238E27FC236}">
                    <a16:creationId xmlns:a16="http://schemas.microsoft.com/office/drawing/2014/main" id="{AC70C2D2-F0FB-CAB5-BD86-471E89CB1ACD}"/>
                  </a:ext>
                </a:extLst>
              </p:cNvPr>
              <p:cNvSpPr/>
              <p:nvPr/>
            </p:nvSpPr>
            <p:spPr>
              <a:xfrm>
                <a:off x="2842770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44" name="Flussdiagramm: Manuelle Verarbeitung 5243">
                <a:extLst>
                  <a:ext uri="{FF2B5EF4-FFF2-40B4-BE49-F238E27FC236}">
                    <a16:creationId xmlns:a16="http://schemas.microsoft.com/office/drawing/2014/main" id="{1003991D-341A-0301-F3CC-911B4007754F}"/>
                  </a:ext>
                </a:extLst>
              </p:cNvPr>
              <p:cNvSpPr/>
              <p:nvPr/>
            </p:nvSpPr>
            <p:spPr>
              <a:xfrm>
                <a:off x="3040517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45" name="Flussdiagramm: Manuelle Verarbeitung 5244">
                <a:extLst>
                  <a:ext uri="{FF2B5EF4-FFF2-40B4-BE49-F238E27FC236}">
                    <a16:creationId xmlns:a16="http://schemas.microsoft.com/office/drawing/2014/main" id="{F5DAE516-9363-0B48-7A2E-61B7CBE30BA9}"/>
                  </a:ext>
                </a:extLst>
              </p:cNvPr>
              <p:cNvSpPr/>
              <p:nvPr/>
            </p:nvSpPr>
            <p:spPr>
              <a:xfrm>
                <a:off x="3238263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46" name="Flussdiagramm: Manuelle Verarbeitung 5245">
                <a:extLst>
                  <a:ext uri="{FF2B5EF4-FFF2-40B4-BE49-F238E27FC236}">
                    <a16:creationId xmlns:a16="http://schemas.microsoft.com/office/drawing/2014/main" id="{F4DADE68-9B11-29AA-98F6-A46602434EDA}"/>
                  </a:ext>
                </a:extLst>
              </p:cNvPr>
              <p:cNvSpPr/>
              <p:nvPr/>
            </p:nvSpPr>
            <p:spPr>
              <a:xfrm>
                <a:off x="3436010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47" name="Flussdiagramm: Manuelle Verarbeitung 5246">
                <a:extLst>
                  <a:ext uri="{FF2B5EF4-FFF2-40B4-BE49-F238E27FC236}">
                    <a16:creationId xmlns:a16="http://schemas.microsoft.com/office/drawing/2014/main" id="{998C1C2D-CFA4-FA82-F1E0-3DDAB08F4A7D}"/>
                  </a:ext>
                </a:extLst>
              </p:cNvPr>
              <p:cNvSpPr/>
              <p:nvPr/>
            </p:nvSpPr>
            <p:spPr>
              <a:xfrm>
                <a:off x="3634304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48" name="Flussdiagramm: Manuelle Verarbeitung 5247">
                <a:extLst>
                  <a:ext uri="{FF2B5EF4-FFF2-40B4-BE49-F238E27FC236}">
                    <a16:creationId xmlns:a16="http://schemas.microsoft.com/office/drawing/2014/main" id="{4DE4DB6C-0ADA-835F-DE59-34DD709B1459}"/>
                  </a:ext>
                </a:extLst>
              </p:cNvPr>
              <p:cNvSpPr/>
              <p:nvPr/>
            </p:nvSpPr>
            <p:spPr>
              <a:xfrm>
                <a:off x="3832051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49" name="Flussdiagramm: Manuelle Verarbeitung 5248">
                <a:extLst>
                  <a:ext uri="{FF2B5EF4-FFF2-40B4-BE49-F238E27FC236}">
                    <a16:creationId xmlns:a16="http://schemas.microsoft.com/office/drawing/2014/main" id="{BC3D95A7-1B4F-56AF-D8EE-F8F377DF1D5B}"/>
                  </a:ext>
                </a:extLst>
              </p:cNvPr>
              <p:cNvSpPr/>
              <p:nvPr/>
            </p:nvSpPr>
            <p:spPr>
              <a:xfrm>
                <a:off x="4029798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50" name="Flussdiagramm: Manuelle Verarbeitung 5249">
                <a:extLst>
                  <a:ext uri="{FF2B5EF4-FFF2-40B4-BE49-F238E27FC236}">
                    <a16:creationId xmlns:a16="http://schemas.microsoft.com/office/drawing/2014/main" id="{11E65DD1-C8D7-C66F-886F-CD1F1C537ABC}"/>
                  </a:ext>
                </a:extLst>
              </p:cNvPr>
              <p:cNvSpPr/>
              <p:nvPr/>
            </p:nvSpPr>
            <p:spPr>
              <a:xfrm>
                <a:off x="4227544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51" name="Flussdiagramm: Manuelle Verarbeitung 5250">
                <a:extLst>
                  <a:ext uri="{FF2B5EF4-FFF2-40B4-BE49-F238E27FC236}">
                    <a16:creationId xmlns:a16="http://schemas.microsoft.com/office/drawing/2014/main" id="{85898C3E-DB20-E23B-F1A2-6C6F61F24CD1}"/>
                  </a:ext>
                </a:extLst>
              </p:cNvPr>
              <p:cNvSpPr/>
              <p:nvPr/>
            </p:nvSpPr>
            <p:spPr>
              <a:xfrm>
                <a:off x="4425291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52" name="Flussdiagramm: Manuelle Verarbeitung 5251">
                <a:extLst>
                  <a:ext uri="{FF2B5EF4-FFF2-40B4-BE49-F238E27FC236}">
                    <a16:creationId xmlns:a16="http://schemas.microsoft.com/office/drawing/2014/main" id="{A0790BB4-04CE-86F0-B540-ED875B356B0F}"/>
                  </a:ext>
                </a:extLst>
              </p:cNvPr>
              <p:cNvSpPr/>
              <p:nvPr/>
            </p:nvSpPr>
            <p:spPr>
              <a:xfrm>
                <a:off x="4623038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53" name="Flussdiagramm: Manuelle Verarbeitung 5252">
                <a:extLst>
                  <a:ext uri="{FF2B5EF4-FFF2-40B4-BE49-F238E27FC236}">
                    <a16:creationId xmlns:a16="http://schemas.microsoft.com/office/drawing/2014/main" id="{EA03020F-9521-2995-50ED-A09206375B45}"/>
                  </a:ext>
                </a:extLst>
              </p:cNvPr>
              <p:cNvSpPr/>
              <p:nvPr/>
            </p:nvSpPr>
            <p:spPr>
              <a:xfrm>
                <a:off x="4820785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54" name="Flussdiagramm: Manuelle Verarbeitung 5253">
                <a:extLst>
                  <a:ext uri="{FF2B5EF4-FFF2-40B4-BE49-F238E27FC236}">
                    <a16:creationId xmlns:a16="http://schemas.microsoft.com/office/drawing/2014/main" id="{8825761B-F1D1-8EDF-3055-F5AAAFBED28D}"/>
                  </a:ext>
                </a:extLst>
              </p:cNvPr>
              <p:cNvSpPr/>
              <p:nvPr/>
            </p:nvSpPr>
            <p:spPr>
              <a:xfrm>
                <a:off x="5018532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55" name="Flussdiagramm: Manuelle Verarbeitung 5254">
                <a:extLst>
                  <a:ext uri="{FF2B5EF4-FFF2-40B4-BE49-F238E27FC236}">
                    <a16:creationId xmlns:a16="http://schemas.microsoft.com/office/drawing/2014/main" id="{CEF93CC9-AEDD-C047-BC53-DEC59A49A730}"/>
                  </a:ext>
                </a:extLst>
              </p:cNvPr>
              <p:cNvSpPr/>
              <p:nvPr/>
            </p:nvSpPr>
            <p:spPr>
              <a:xfrm>
                <a:off x="5216279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228" name="Gruppieren 5227">
              <a:extLst>
                <a:ext uri="{FF2B5EF4-FFF2-40B4-BE49-F238E27FC236}">
                  <a16:creationId xmlns:a16="http://schemas.microsoft.com/office/drawing/2014/main" id="{535C18DB-303F-FA12-9C43-759FA0C33D88}"/>
                </a:ext>
              </a:extLst>
            </p:cNvPr>
            <p:cNvGrpSpPr/>
            <p:nvPr/>
          </p:nvGrpSpPr>
          <p:grpSpPr>
            <a:xfrm rot="5400000">
              <a:off x="4699972" y="1782954"/>
              <a:ext cx="1335842" cy="144777"/>
              <a:chOff x="626253" y="2437878"/>
              <a:chExt cx="1771191" cy="240631"/>
            </a:xfrm>
          </p:grpSpPr>
          <p:sp>
            <p:nvSpPr>
              <p:cNvPr id="5229" name="Flussdiagramm: Manuelle Verarbeitung 5228">
                <a:extLst>
                  <a:ext uri="{FF2B5EF4-FFF2-40B4-BE49-F238E27FC236}">
                    <a16:creationId xmlns:a16="http://schemas.microsoft.com/office/drawing/2014/main" id="{A2F31DC5-16AF-A740-2005-DAB59787BB33}"/>
                  </a:ext>
                </a:extLst>
              </p:cNvPr>
              <p:cNvSpPr/>
              <p:nvPr/>
            </p:nvSpPr>
            <p:spPr>
              <a:xfrm>
                <a:off x="626253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30" name="Flussdiagramm: Manuelle Verarbeitung 5229">
                <a:extLst>
                  <a:ext uri="{FF2B5EF4-FFF2-40B4-BE49-F238E27FC236}">
                    <a16:creationId xmlns:a16="http://schemas.microsoft.com/office/drawing/2014/main" id="{C8B500BA-D21E-D14F-8DD3-16F23C03EB8D}"/>
                  </a:ext>
                </a:extLst>
              </p:cNvPr>
              <p:cNvSpPr/>
              <p:nvPr/>
            </p:nvSpPr>
            <p:spPr>
              <a:xfrm>
                <a:off x="846869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31" name="Flussdiagramm: Manuelle Verarbeitung 5230">
                <a:extLst>
                  <a:ext uri="{FF2B5EF4-FFF2-40B4-BE49-F238E27FC236}">
                    <a16:creationId xmlns:a16="http://schemas.microsoft.com/office/drawing/2014/main" id="{E33F3924-13BB-1144-BDB9-BA6B106C43B8}"/>
                  </a:ext>
                </a:extLst>
              </p:cNvPr>
              <p:cNvSpPr/>
              <p:nvPr/>
            </p:nvSpPr>
            <p:spPr>
              <a:xfrm>
                <a:off x="1067485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32" name="Flussdiagramm: Manuelle Verarbeitung 5231">
                <a:extLst>
                  <a:ext uri="{FF2B5EF4-FFF2-40B4-BE49-F238E27FC236}">
                    <a16:creationId xmlns:a16="http://schemas.microsoft.com/office/drawing/2014/main" id="{8E223CDA-A80D-9A2B-A704-8F08DF2C44B8}"/>
                  </a:ext>
                </a:extLst>
              </p:cNvPr>
              <p:cNvSpPr/>
              <p:nvPr/>
            </p:nvSpPr>
            <p:spPr>
              <a:xfrm>
                <a:off x="1288101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33" name="Flussdiagramm: Manuelle Verarbeitung 5232">
                <a:extLst>
                  <a:ext uri="{FF2B5EF4-FFF2-40B4-BE49-F238E27FC236}">
                    <a16:creationId xmlns:a16="http://schemas.microsoft.com/office/drawing/2014/main" id="{FC65F54F-9398-D2CE-128E-4AF8600000CE}"/>
                  </a:ext>
                </a:extLst>
              </p:cNvPr>
              <p:cNvSpPr/>
              <p:nvPr/>
            </p:nvSpPr>
            <p:spPr>
              <a:xfrm>
                <a:off x="1508717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34" name="Flussdiagramm: Manuelle Verarbeitung 5233">
                <a:extLst>
                  <a:ext uri="{FF2B5EF4-FFF2-40B4-BE49-F238E27FC236}">
                    <a16:creationId xmlns:a16="http://schemas.microsoft.com/office/drawing/2014/main" id="{7DA987C4-0C08-5CBC-C4AB-E54394812BF2}"/>
                  </a:ext>
                </a:extLst>
              </p:cNvPr>
              <p:cNvSpPr/>
              <p:nvPr/>
            </p:nvSpPr>
            <p:spPr>
              <a:xfrm>
                <a:off x="1729333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35" name="Flussdiagramm: Manuelle Verarbeitung 5234">
                <a:extLst>
                  <a:ext uri="{FF2B5EF4-FFF2-40B4-BE49-F238E27FC236}">
                    <a16:creationId xmlns:a16="http://schemas.microsoft.com/office/drawing/2014/main" id="{9D949CD0-F88D-115E-3A05-33524BCB4B64}"/>
                  </a:ext>
                </a:extLst>
              </p:cNvPr>
              <p:cNvSpPr/>
              <p:nvPr/>
            </p:nvSpPr>
            <p:spPr>
              <a:xfrm>
                <a:off x="1949949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36" name="Flussdiagramm: Manuelle Verarbeitung 5235">
                <a:extLst>
                  <a:ext uri="{FF2B5EF4-FFF2-40B4-BE49-F238E27FC236}">
                    <a16:creationId xmlns:a16="http://schemas.microsoft.com/office/drawing/2014/main" id="{D78820BE-A4E8-C7D5-C378-E9930F81ADB6}"/>
                  </a:ext>
                </a:extLst>
              </p:cNvPr>
              <p:cNvSpPr/>
              <p:nvPr/>
            </p:nvSpPr>
            <p:spPr>
              <a:xfrm>
                <a:off x="2170565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219" name="Gruppieren 5218">
              <a:extLst>
                <a:ext uri="{FF2B5EF4-FFF2-40B4-BE49-F238E27FC236}">
                  <a16:creationId xmlns:a16="http://schemas.microsoft.com/office/drawing/2014/main" id="{212B2A77-D27B-FDD1-37EF-7B0944FAC757}"/>
                </a:ext>
              </a:extLst>
            </p:cNvPr>
            <p:cNvGrpSpPr/>
            <p:nvPr/>
          </p:nvGrpSpPr>
          <p:grpSpPr>
            <a:xfrm rot="5400000">
              <a:off x="4755005" y="1713514"/>
              <a:ext cx="1335842" cy="144777"/>
              <a:chOff x="626253" y="2437878"/>
              <a:chExt cx="1771191" cy="240631"/>
            </a:xfrm>
          </p:grpSpPr>
          <p:sp>
            <p:nvSpPr>
              <p:cNvPr id="5220" name="Flussdiagramm: Manuelle Verarbeitung 5219">
                <a:extLst>
                  <a:ext uri="{FF2B5EF4-FFF2-40B4-BE49-F238E27FC236}">
                    <a16:creationId xmlns:a16="http://schemas.microsoft.com/office/drawing/2014/main" id="{39A8A508-12A0-5661-3116-E91F03D2DE28}"/>
                  </a:ext>
                </a:extLst>
              </p:cNvPr>
              <p:cNvSpPr/>
              <p:nvPr/>
            </p:nvSpPr>
            <p:spPr>
              <a:xfrm>
                <a:off x="626253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21" name="Flussdiagramm: Manuelle Verarbeitung 5220">
                <a:extLst>
                  <a:ext uri="{FF2B5EF4-FFF2-40B4-BE49-F238E27FC236}">
                    <a16:creationId xmlns:a16="http://schemas.microsoft.com/office/drawing/2014/main" id="{71A3BD65-01E5-F51C-1D0E-2C7861AC37AF}"/>
                  </a:ext>
                </a:extLst>
              </p:cNvPr>
              <p:cNvSpPr/>
              <p:nvPr/>
            </p:nvSpPr>
            <p:spPr>
              <a:xfrm>
                <a:off x="846869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22" name="Flussdiagramm: Manuelle Verarbeitung 5221">
                <a:extLst>
                  <a:ext uri="{FF2B5EF4-FFF2-40B4-BE49-F238E27FC236}">
                    <a16:creationId xmlns:a16="http://schemas.microsoft.com/office/drawing/2014/main" id="{8D1D5382-2E4F-BF63-473D-973BA85F974B}"/>
                  </a:ext>
                </a:extLst>
              </p:cNvPr>
              <p:cNvSpPr/>
              <p:nvPr/>
            </p:nvSpPr>
            <p:spPr>
              <a:xfrm>
                <a:off x="1067485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23" name="Flussdiagramm: Manuelle Verarbeitung 5222">
                <a:extLst>
                  <a:ext uri="{FF2B5EF4-FFF2-40B4-BE49-F238E27FC236}">
                    <a16:creationId xmlns:a16="http://schemas.microsoft.com/office/drawing/2014/main" id="{3FE6B111-27D3-DEC7-3BEB-CF3E64848982}"/>
                  </a:ext>
                </a:extLst>
              </p:cNvPr>
              <p:cNvSpPr/>
              <p:nvPr/>
            </p:nvSpPr>
            <p:spPr>
              <a:xfrm>
                <a:off x="1288101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24" name="Flussdiagramm: Manuelle Verarbeitung 5223">
                <a:extLst>
                  <a:ext uri="{FF2B5EF4-FFF2-40B4-BE49-F238E27FC236}">
                    <a16:creationId xmlns:a16="http://schemas.microsoft.com/office/drawing/2014/main" id="{28E26D6A-C5D0-1B1D-619A-F1A54B1D0A35}"/>
                  </a:ext>
                </a:extLst>
              </p:cNvPr>
              <p:cNvSpPr/>
              <p:nvPr/>
            </p:nvSpPr>
            <p:spPr>
              <a:xfrm>
                <a:off x="1508717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25" name="Flussdiagramm: Manuelle Verarbeitung 5224">
                <a:extLst>
                  <a:ext uri="{FF2B5EF4-FFF2-40B4-BE49-F238E27FC236}">
                    <a16:creationId xmlns:a16="http://schemas.microsoft.com/office/drawing/2014/main" id="{9657FB9A-1D24-79DE-A4B9-87C1F6A7DD94}"/>
                  </a:ext>
                </a:extLst>
              </p:cNvPr>
              <p:cNvSpPr/>
              <p:nvPr/>
            </p:nvSpPr>
            <p:spPr>
              <a:xfrm>
                <a:off x="1729333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26" name="Flussdiagramm: Manuelle Verarbeitung 5225">
                <a:extLst>
                  <a:ext uri="{FF2B5EF4-FFF2-40B4-BE49-F238E27FC236}">
                    <a16:creationId xmlns:a16="http://schemas.microsoft.com/office/drawing/2014/main" id="{57B79741-2B9E-BD88-E28A-2DEB2BA75F1F}"/>
                  </a:ext>
                </a:extLst>
              </p:cNvPr>
              <p:cNvSpPr/>
              <p:nvPr/>
            </p:nvSpPr>
            <p:spPr>
              <a:xfrm>
                <a:off x="1949949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27" name="Flussdiagramm: Manuelle Verarbeitung 5226">
                <a:extLst>
                  <a:ext uri="{FF2B5EF4-FFF2-40B4-BE49-F238E27FC236}">
                    <a16:creationId xmlns:a16="http://schemas.microsoft.com/office/drawing/2014/main" id="{3ED0CB0E-ACB3-BB00-4232-1483D20EC10D}"/>
                  </a:ext>
                </a:extLst>
              </p:cNvPr>
              <p:cNvSpPr/>
              <p:nvPr/>
            </p:nvSpPr>
            <p:spPr>
              <a:xfrm>
                <a:off x="2170565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172" name="Gruppieren 5171">
              <a:extLst>
                <a:ext uri="{FF2B5EF4-FFF2-40B4-BE49-F238E27FC236}">
                  <a16:creationId xmlns:a16="http://schemas.microsoft.com/office/drawing/2014/main" id="{6D0BD13A-B071-7B88-E605-AFB760F26F53}"/>
                </a:ext>
              </a:extLst>
            </p:cNvPr>
            <p:cNvGrpSpPr/>
            <p:nvPr/>
          </p:nvGrpSpPr>
          <p:grpSpPr>
            <a:xfrm>
              <a:off x="2180230" y="2166062"/>
              <a:ext cx="3286673" cy="177784"/>
              <a:chOff x="2044796" y="2592862"/>
              <a:chExt cx="3367858" cy="194570"/>
            </a:xfrm>
          </p:grpSpPr>
          <p:sp>
            <p:nvSpPr>
              <p:cNvPr id="5173" name="Flussdiagramm: Manuelle Verarbeitung 5172">
                <a:extLst>
                  <a:ext uri="{FF2B5EF4-FFF2-40B4-BE49-F238E27FC236}">
                    <a16:creationId xmlns:a16="http://schemas.microsoft.com/office/drawing/2014/main" id="{62BDE32A-A307-C696-1249-6F6CEC371D34}"/>
                  </a:ext>
                </a:extLst>
              </p:cNvPr>
              <p:cNvSpPr/>
              <p:nvPr/>
            </p:nvSpPr>
            <p:spPr>
              <a:xfrm rot="10800000">
                <a:off x="5209293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74" name="Flussdiagramm: Manuelle Verarbeitung 5173">
                <a:extLst>
                  <a:ext uri="{FF2B5EF4-FFF2-40B4-BE49-F238E27FC236}">
                    <a16:creationId xmlns:a16="http://schemas.microsoft.com/office/drawing/2014/main" id="{81F03970-486F-CFB5-B19C-09497BD7D770}"/>
                  </a:ext>
                </a:extLst>
              </p:cNvPr>
              <p:cNvSpPr/>
              <p:nvPr/>
            </p:nvSpPr>
            <p:spPr>
              <a:xfrm rot="10800000">
                <a:off x="5011546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75" name="Flussdiagramm: Manuelle Verarbeitung 5174">
                <a:extLst>
                  <a:ext uri="{FF2B5EF4-FFF2-40B4-BE49-F238E27FC236}">
                    <a16:creationId xmlns:a16="http://schemas.microsoft.com/office/drawing/2014/main" id="{51886E70-50D7-0FDF-0A93-EF60F367A79F}"/>
                  </a:ext>
                </a:extLst>
              </p:cNvPr>
              <p:cNvSpPr/>
              <p:nvPr/>
            </p:nvSpPr>
            <p:spPr>
              <a:xfrm rot="10800000">
                <a:off x="4813799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76" name="Flussdiagramm: Manuelle Verarbeitung 5175">
                <a:extLst>
                  <a:ext uri="{FF2B5EF4-FFF2-40B4-BE49-F238E27FC236}">
                    <a16:creationId xmlns:a16="http://schemas.microsoft.com/office/drawing/2014/main" id="{B79153C5-4221-ACED-B1AF-F5D757041E8D}"/>
                  </a:ext>
                </a:extLst>
              </p:cNvPr>
              <p:cNvSpPr/>
              <p:nvPr/>
            </p:nvSpPr>
            <p:spPr>
              <a:xfrm rot="10800000">
                <a:off x="4615505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77" name="Flussdiagramm: Manuelle Verarbeitung 5176">
                <a:extLst>
                  <a:ext uri="{FF2B5EF4-FFF2-40B4-BE49-F238E27FC236}">
                    <a16:creationId xmlns:a16="http://schemas.microsoft.com/office/drawing/2014/main" id="{9E758516-ED01-5901-D9AB-0C0B9869993B}"/>
                  </a:ext>
                </a:extLst>
              </p:cNvPr>
              <p:cNvSpPr/>
              <p:nvPr/>
            </p:nvSpPr>
            <p:spPr>
              <a:xfrm rot="10800000">
                <a:off x="4417758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78" name="Flussdiagramm: Manuelle Verarbeitung 5177">
                <a:extLst>
                  <a:ext uri="{FF2B5EF4-FFF2-40B4-BE49-F238E27FC236}">
                    <a16:creationId xmlns:a16="http://schemas.microsoft.com/office/drawing/2014/main" id="{3A66BACA-A84A-6BBF-F1C8-A85CC01B22B7}"/>
                  </a:ext>
                </a:extLst>
              </p:cNvPr>
              <p:cNvSpPr/>
              <p:nvPr/>
            </p:nvSpPr>
            <p:spPr>
              <a:xfrm rot="10800000">
                <a:off x="4220012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79" name="Flussdiagramm: Manuelle Verarbeitung 5178">
                <a:extLst>
                  <a:ext uri="{FF2B5EF4-FFF2-40B4-BE49-F238E27FC236}">
                    <a16:creationId xmlns:a16="http://schemas.microsoft.com/office/drawing/2014/main" id="{FC8AFFCC-064D-7639-5489-A6B9910F3C5C}"/>
                  </a:ext>
                </a:extLst>
              </p:cNvPr>
              <p:cNvSpPr/>
              <p:nvPr/>
            </p:nvSpPr>
            <p:spPr>
              <a:xfrm rot="10800000">
                <a:off x="4022265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80" name="Flussdiagramm: Manuelle Verarbeitung 5179">
                <a:extLst>
                  <a:ext uri="{FF2B5EF4-FFF2-40B4-BE49-F238E27FC236}">
                    <a16:creationId xmlns:a16="http://schemas.microsoft.com/office/drawing/2014/main" id="{23280F04-6AFC-5D45-A1F3-F8DC6BDBBDE7}"/>
                  </a:ext>
                </a:extLst>
              </p:cNvPr>
              <p:cNvSpPr/>
              <p:nvPr/>
            </p:nvSpPr>
            <p:spPr>
              <a:xfrm rot="10800000">
                <a:off x="3824518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81" name="Flussdiagramm: Manuelle Verarbeitung 5180">
                <a:extLst>
                  <a:ext uri="{FF2B5EF4-FFF2-40B4-BE49-F238E27FC236}">
                    <a16:creationId xmlns:a16="http://schemas.microsoft.com/office/drawing/2014/main" id="{95A1759A-716F-0E2D-D924-41C8D4940A3A}"/>
                  </a:ext>
                </a:extLst>
              </p:cNvPr>
              <p:cNvSpPr/>
              <p:nvPr/>
            </p:nvSpPr>
            <p:spPr>
              <a:xfrm rot="10800000">
                <a:off x="3626771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82" name="Flussdiagramm: Manuelle Verarbeitung 5181">
                <a:extLst>
                  <a:ext uri="{FF2B5EF4-FFF2-40B4-BE49-F238E27FC236}">
                    <a16:creationId xmlns:a16="http://schemas.microsoft.com/office/drawing/2014/main" id="{812E2AFF-14C2-F124-474F-77AF361F65F4}"/>
                  </a:ext>
                </a:extLst>
              </p:cNvPr>
              <p:cNvSpPr/>
              <p:nvPr/>
            </p:nvSpPr>
            <p:spPr>
              <a:xfrm rot="10800000">
                <a:off x="3429024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83" name="Flussdiagramm: Manuelle Verarbeitung 5182">
                <a:extLst>
                  <a:ext uri="{FF2B5EF4-FFF2-40B4-BE49-F238E27FC236}">
                    <a16:creationId xmlns:a16="http://schemas.microsoft.com/office/drawing/2014/main" id="{8A7C6DBB-3F30-E1FB-EAFB-8979EEB84718}"/>
                  </a:ext>
                </a:extLst>
              </p:cNvPr>
              <p:cNvSpPr/>
              <p:nvPr/>
            </p:nvSpPr>
            <p:spPr>
              <a:xfrm rot="10800000">
                <a:off x="3231277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84" name="Flussdiagramm: Manuelle Verarbeitung 5183">
                <a:extLst>
                  <a:ext uri="{FF2B5EF4-FFF2-40B4-BE49-F238E27FC236}">
                    <a16:creationId xmlns:a16="http://schemas.microsoft.com/office/drawing/2014/main" id="{16EB79B9-C0A8-B0AD-BDAB-0B8A6D450D84}"/>
                  </a:ext>
                </a:extLst>
              </p:cNvPr>
              <p:cNvSpPr/>
              <p:nvPr/>
            </p:nvSpPr>
            <p:spPr>
              <a:xfrm rot="10800000">
                <a:off x="3033530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85" name="Flussdiagramm: Manuelle Verarbeitung 5184">
                <a:extLst>
                  <a:ext uri="{FF2B5EF4-FFF2-40B4-BE49-F238E27FC236}">
                    <a16:creationId xmlns:a16="http://schemas.microsoft.com/office/drawing/2014/main" id="{169FC330-12AE-32BF-C941-1F5629BFE86A}"/>
                  </a:ext>
                </a:extLst>
              </p:cNvPr>
              <p:cNvSpPr/>
              <p:nvPr/>
            </p:nvSpPr>
            <p:spPr>
              <a:xfrm rot="10800000">
                <a:off x="2835784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86" name="Flussdiagramm: Manuelle Verarbeitung 5185">
                <a:extLst>
                  <a:ext uri="{FF2B5EF4-FFF2-40B4-BE49-F238E27FC236}">
                    <a16:creationId xmlns:a16="http://schemas.microsoft.com/office/drawing/2014/main" id="{FA209F79-D976-0D2D-259D-277FF8ADB11F}"/>
                  </a:ext>
                </a:extLst>
              </p:cNvPr>
              <p:cNvSpPr/>
              <p:nvPr/>
            </p:nvSpPr>
            <p:spPr>
              <a:xfrm rot="10800000">
                <a:off x="2638037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87" name="Flussdiagramm: Manuelle Verarbeitung 5186">
                <a:extLst>
                  <a:ext uri="{FF2B5EF4-FFF2-40B4-BE49-F238E27FC236}">
                    <a16:creationId xmlns:a16="http://schemas.microsoft.com/office/drawing/2014/main" id="{2EEB5BF5-6BDA-B4BD-02AE-4F4AFD4AAF4A}"/>
                  </a:ext>
                </a:extLst>
              </p:cNvPr>
              <p:cNvSpPr/>
              <p:nvPr/>
            </p:nvSpPr>
            <p:spPr>
              <a:xfrm rot="10800000">
                <a:off x="2440290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88" name="Flussdiagramm: Manuelle Verarbeitung 5187">
                <a:extLst>
                  <a:ext uri="{FF2B5EF4-FFF2-40B4-BE49-F238E27FC236}">
                    <a16:creationId xmlns:a16="http://schemas.microsoft.com/office/drawing/2014/main" id="{04EFEB6A-AA7C-AA68-CB56-E205E671E712}"/>
                  </a:ext>
                </a:extLst>
              </p:cNvPr>
              <p:cNvSpPr/>
              <p:nvPr/>
            </p:nvSpPr>
            <p:spPr>
              <a:xfrm rot="10800000">
                <a:off x="2242543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89" name="Flussdiagramm: Manuelle Verarbeitung 5188">
                <a:extLst>
                  <a:ext uri="{FF2B5EF4-FFF2-40B4-BE49-F238E27FC236}">
                    <a16:creationId xmlns:a16="http://schemas.microsoft.com/office/drawing/2014/main" id="{B355C62B-A9C4-57B4-7E1E-2161F81ECC00}"/>
                  </a:ext>
                </a:extLst>
              </p:cNvPr>
              <p:cNvSpPr/>
              <p:nvPr/>
            </p:nvSpPr>
            <p:spPr>
              <a:xfrm rot="10800000">
                <a:off x="2044796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154" name="Gruppieren 5153">
              <a:extLst>
                <a:ext uri="{FF2B5EF4-FFF2-40B4-BE49-F238E27FC236}">
                  <a16:creationId xmlns:a16="http://schemas.microsoft.com/office/drawing/2014/main" id="{EE9F6EA1-1E85-2D14-AE34-418DC306B3C1}"/>
                </a:ext>
              </a:extLst>
            </p:cNvPr>
            <p:cNvGrpSpPr/>
            <p:nvPr/>
          </p:nvGrpSpPr>
          <p:grpSpPr>
            <a:xfrm>
              <a:off x="2194328" y="2243335"/>
              <a:ext cx="3286673" cy="177784"/>
              <a:chOff x="2044796" y="2592862"/>
              <a:chExt cx="3367858" cy="194570"/>
            </a:xfrm>
          </p:grpSpPr>
          <p:sp>
            <p:nvSpPr>
              <p:cNvPr id="5155" name="Flussdiagramm: Manuelle Verarbeitung 5154">
                <a:extLst>
                  <a:ext uri="{FF2B5EF4-FFF2-40B4-BE49-F238E27FC236}">
                    <a16:creationId xmlns:a16="http://schemas.microsoft.com/office/drawing/2014/main" id="{09FB654E-C71A-EC2A-216E-BD9D506D5796}"/>
                  </a:ext>
                </a:extLst>
              </p:cNvPr>
              <p:cNvSpPr/>
              <p:nvPr/>
            </p:nvSpPr>
            <p:spPr>
              <a:xfrm rot="10800000">
                <a:off x="5209293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56" name="Flussdiagramm: Manuelle Verarbeitung 5155">
                <a:extLst>
                  <a:ext uri="{FF2B5EF4-FFF2-40B4-BE49-F238E27FC236}">
                    <a16:creationId xmlns:a16="http://schemas.microsoft.com/office/drawing/2014/main" id="{B3E4BC30-4A9A-86B2-9751-046D2836EE80}"/>
                  </a:ext>
                </a:extLst>
              </p:cNvPr>
              <p:cNvSpPr/>
              <p:nvPr/>
            </p:nvSpPr>
            <p:spPr>
              <a:xfrm rot="10800000">
                <a:off x="5011546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57" name="Flussdiagramm: Manuelle Verarbeitung 5156">
                <a:extLst>
                  <a:ext uri="{FF2B5EF4-FFF2-40B4-BE49-F238E27FC236}">
                    <a16:creationId xmlns:a16="http://schemas.microsoft.com/office/drawing/2014/main" id="{55F9897B-BDF4-713B-0FB6-26A41C04CDC8}"/>
                  </a:ext>
                </a:extLst>
              </p:cNvPr>
              <p:cNvSpPr/>
              <p:nvPr/>
            </p:nvSpPr>
            <p:spPr>
              <a:xfrm rot="10800000">
                <a:off x="4813799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58" name="Flussdiagramm: Manuelle Verarbeitung 5157">
                <a:extLst>
                  <a:ext uri="{FF2B5EF4-FFF2-40B4-BE49-F238E27FC236}">
                    <a16:creationId xmlns:a16="http://schemas.microsoft.com/office/drawing/2014/main" id="{95F73CBD-30B9-D189-D382-0C29849EC70E}"/>
                  </a:ext>
                </a:extLst>
              </p:cNvPr>
              <p:cNvSpPr/>
              <p:nvPr/>
            </p:nvSpPr>
            <p:spPr>
              <a:xfrm rot="10800000">
                <a:off x="4615505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59" name="Flussdiagramm: Manuelle Verarbeitung 5158">
                <a:extLst>
                  <a:ext uri="{FF2B5EF4-FFF2-40B4-BE49-F238E27FC236}">
                    <a16:creationId xmlns:a16="http://schemas.microsoft.com/office/drawing/2014/main" id="{88C44B0E-819C-555A-6EBB-5B232B731F26}"/>
                  </a:ext>
                </a:extLst>
              </p:cNvPr>
              <p:cNvSpPr/>
              <p:nvPr/>
            </p:nvSpPr>
            <p:spPr>
              <a:xfrm rot="10800000">
                <a:off x="4417758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60" name="Flussdiagramm: Manuelle Verarbeitung 5159">
                <a:extLst>
                  <a:ext uri="{FF2B5EF4-FFF2-40B4-BE49-F238E27FC236}">
                    <a16:creationId xmlns:a16="http://schemas.microsoft.com/office/drawing/2014/main" id="{AD1C2C2E-052F-9DC0-6858-273BB994DEF9}"/>
                  </a:ext>
                </a:extLst>
              </p:cNvPr>
              <p:cNvSpPr/>
              <p:nvPr/>
            </p:nvSpPr>
            <p:spPr>
              <a:xfrm rot="10800000">
                <a:off x="4220012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61" name="Flussdiagramm: Manuelle Verarbeitung 5160">
                <a:extLst>
                  <a:ext uri="{FF2B5EF4-FFF2-40B4-BE49-F238E27FC236}">
                    <a16:creationId xmlns:a16="http://schemas.microsoft.com/office/drawing/2014/main" id="{36ED7A44-0933-22D1-ABE4-9B0DF2771AF6}"/>
                  </a:ext>
                </a:extLst>
              </p:cNvPr>
              <p:cNvSpPr/>
              <p:nvPr/>
            </p:nvSpPr>
            <p:spPr>
              <a:xfrm rot="10800000">
                <a:off x="4022265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62" name="Flussdiagramm: Manuelle Verarbeitung 5161">
                <a:extLst>
                  <a:ext uri="{FF2B5EF4-FFF2-40B4-BE49-F238E27FC236}">
                    <a16:creationId xmlns:a16="http://schemas.microsoft.com/office/drawing/2014/main" id="{B08A0EE9-1C58-0CEB-B495-320BC61B6A04}"/>
                  </a:ext>
                </a:extLst>
              </p:cNvPr>
              <p:cNvSpPr/>
              <p:nvPr/>
            </p:nvSpPr>
            <p:spPr>
              <a:xfrm rot="10800000">
                <a:off x="3824518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63" name="Flussdiagramm: Manuelle Verarbeitung 5162">
                <a:extLst>
                  <a:ext uri="{FF2B5EF4-FFF2-40B4-BE49-F238E27FC236}">
                    <a16:creationId xmlns:a16="http://schemas.microsoft.com/office/drawing/2014/main" id="{8B9400B5-24FF-8FB0-9E31-E5F42C6ACAD3}"/>
                  </a:ext>
                </a:extLst>
              </p:cNvPr>
              <p:cNvSpPr/>
              <p:nvPr/>
            </p:nvSpPr>
            <p:spPr>
              <a:xfrm rot="10800000">
                <a:off x="3626771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64" name="Flussdiagramm: Manuelle Verarbeitung 5163">
                <a:extLst>
                  <a:ext uri="{FF2B5EF4-FFF2-40B4-BE49-F238E27FC236}">
                    <a16:creationId xmlns:a16="http://schemas.microsoft.com/office/drawing/2014/main" id="{F1692AA1-606B-C606-DC3A-366A1B45E3F9}"/>
                  </a:ext>
                </a:extLst>
              </p:cNvPr>
              <p:cNvSpPr/>
              <p:nvPr/>
            </p:nvSpPr>
            <p:spPr>
              <a:xfrm rot="10800000">
                <a:off x="3429024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65" name="Flussdiagramm: Manuelle Verarbeitung 5164">
                <a:extLst>
                  <a:ext uri="{FF2B5EF4-FFF2-40B4-BE49-F238E27FC236}">
                    <a16:creationId xmlns:a16="http://schemas.microsoft.com/office/drawing/2014/main" id="{473AAB0C-8B92-665B-1484-CEB2C656D93C}"/>
                  </a:ext>
                </a:extLst>
              </p:cNvPr>
              <p:cNvSpPr/>
              <p:nvPr/>
            </p:nvSpPr>
            <p:spPr>
              <a:xfrm rot="10800000">
                <a:off x="3231277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66" name="Flussdiagramm: Manuelle Verarbeitung 5165">
                <a:extLst>
                  <a:ext uri="{FF2B5EF4-FFF2-40B4-BE49-F238E27FC236}">
                    <a16:creationId xmlns:a16="http://schemas.microsoft.com/office/drawing/2014/main" id="{A6DFB4C6-EBF0-9780-5888-6004B2F70A48}"/>
                  </a:ext>
                </a:extLst>
              </p:cNvPr>
              <p:cNvSpPr/>
              <p:nvPr/>
            </p:nvSpPr>
            <p:spPr>
              <a:xfrm rot="10800000">
                <a:off x="3033530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67" name="Flussdiagramm: Manuelle Verarbeitung 5166">
                <a:extLst>
                  <a:ext uri="{FF2B5EF4-FFF2-40B4-BE49-F238E27FC236}">
                    <a16:creationId xmlns:a16="http://schemas.microsoft.com/office/drawing/2014/main" id="{76582B3E-E077-66FC-6EFA-F083F7DB4C84}"/>
                  </a:ext>
                </a:extLst>
              </p:cNvPr>
              <p:cNvSpPr/>
              <p:nvPr/>
            </p:nvSpPr>
            <p:spPr>
              <a:xfrm rot="10800000">
                <a:off x="2835784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68" name="Flussdiagramm: Manuelle Verarbeitung 5167">
                <a:extLst>
                  <a:ext uri="{FF2B5EF4-FFF2-40B4-BE49-F238E27FC236}">
                    <a16:creationId xmlns:a16="http://schemas.microsoft.com/office/drawing/2014/main" id="{AB1F6C7E-0368-CC80-47D2-EA4A9052FBE3}"/>
                  </a:ext>
                </a:extLst>
              </p:cNvPr>
              <p:cNvSpPr/>
              <p:nvPr/>
            </p:nvSpPr>
            <p:spPr>
              <a:xfrm rot="10800000">
                <a:off x="2638037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69" name="Flussdiagramm: Manuelle Verarbeitung 5168">
                <a:extLst>
                  <a:ext uri="{FF2B5EF4-FFF2-40B4-BE49-F238E27FC236}">
                    <a16:creationId xmlns:a16="http://schemas.microsoft.com/office/drawing/2014/main" id="{58885E1A-A435-58D3-D827-B62AB9869C95}"/>
                  </a:ext>
                </a:extLst>
              </p:cNvPr>
              <p:cNvSpPr/>
              <p:nvPr/>
            </p:nvSpPr>
            <p:spPr>
              <a:xfrm rot="10800000">
                <a:off x="2440290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70" name="Flussdiagramm: Manuelle Verarbeitung 5169">
                <a:extLst>
                  <a:ext uri="{FF2B5EF4-FFF2-40B4-BE49-F238E27FC236}">
                    <a16:creationId xmlns:a16="http://schemas.microsoft.com/office/drawing/2014/main" id="{76C1F20C-2795-EE32-1A80-3A9F676008F4}"/>
                  </a:ext>
                </a:extLst>
              </p:cNvPr>
              <p:cNvSpPr/>
              <p:nvPr/>
            </p:nvSpPr>
            <p:spPr>
              <a:xfrm rot="10800000">
                <a:off x="2242543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71" name="Flussdiagramm: Manuelle Verarbeitung 5170">
                <a:extLst>
                  <a:ext uri="{FF2B5EF4-FFF2-40B4-BE49-F238E27FC236}">
                    <a16:creationId xmlns:a16="http://schemas.microsoft.com/office/drawing/2014/main" id="{9DCFBD62-D588-895C-597C-9DAD979A0C07}"/>
                  </a:ext>
                </a:extLst>
              </p:cNvPr>
              <p:cNvSpPr/>
              <p:nvPr/>
            </p:nvSpPr>
            <p:spPr>
              <a:xfrm rot="10800000">
                <a:off x="2044796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136" name="Gruppieren 5135">
              <a:extLst>
                <a:ext uri="{FF2B5EF4-FFF2-40B4-BE49-F238E27FC236}">
                  <a16:creationId xmlns:a16="http://schemas.microsoft.com/office/drawing/2014/main" id="{4DA37884-2E1D-19F6-8798-041F716F2B53}"/>
                </a:ext>
              </a:extLst>
            </p:cNvPr>
            <p:cNvGrpSpPr/>
            <p:nvPr/>
          </p:nvGrpSpPr>
          <p:grpSpPr>
            <a:xfrm>
              <a:off x="2153462" y="2313494"/>
              <a:ext cx="3286673" cy="177784"/>
              <a:chOff x="2044796" y="2592862"/>
              <a:chExt cx="3367858" cy="194570"/>
            </a:xfrm>
          </p:grpSpPr>
          <p:sp>
            <p:nvSpPr>
              <p:cNvPr id="5137" name="Flussdiagramm: Manuelle Verarbeitung 5136">
                <a:extLst>
                  <a:ext uri="{FF2B5EF4-FFF2-40B4-BE49-F238E27FC236}">
                    <a16:creationId xmlns:a16="http://schemas.microsoft.com/office/drawing/2014/main" id="{83174884-7284-CA95-4D7C-6CC3FA411840}"/>
                  </a:ext>
                </a:extLst>
              </p:cNvPr>
              <p:cNvSpPr/>
              <p:nvPr/>
            </p:nvSpPr>
            <p:spPr>
              <a:xfrm rot="10800000">
                <a:off x="5209293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38" name="Flussdiagramm: Manuelle Verarbeitung 5137">
                <a:extLst>
                  <a:ext uri="{FF2B5EF4-FFF2-40B4-BE49-F238E27FC236}">
                    <a16:creationId xmlns:a16="http://schemas.microsoft.com/office/drawing/2014/main" id="{573E77D3-C01D-21E4-88BB-C8B908CA58C6}"/>
                  </a:ext>
                </a:extLst>
              </p:cNvPr>
              <p:cNvSpPr/>
              <p:nvPr/>
            </p:nvSpPr>
            <p:spPr>
              <a:xfrm rot="10800000">
                <a:off x="5011546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39" name="Flussdiagramm: Manuelle Verarbeitung 5138">
                <a:extLst>
                  <a:ext uri="{FF2B5EF4-FFF2-40B4-BE49-F238E27FC236}">
                    <a16:creationId xmlns:a16="http://schemas.microsoft.com/office/drawing/2014/main" id="{A2E47724-5B9B-148F-A871-8A6700CFB9BD}"/>
                  </a:ext>
                </a:extLst>
              </p:cNvPr>
              <p:cNvSpPr/>
              <p:nvPr/>
            </p:nvSpPr>
            <p:spPr>
              <a:xfrm rot="10800000">
                <a:off x="4813799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40" name="Flussdiagramm: Manuelle Verarbeitung 5139">
                <a:extLst>
                  <a:ext uri="{FF2B5EF4-FFF2-40B4-BE49-F238E27FC236}">
                    <a16:creationId xmlns:a16="http://schemas.microsoft.com/office/drawing/2014/main" id="{D5E04824-17E6-2C62-77B7-09C7D84DC8B1}"/>
                  </a:ext>
                </a:extLst>
              </p:cNvPr>
              <p:cNvSpPr/>
              <p:nvPr/>
            </p:nvSpPr>
            <p:spPr>
              <a:xfrm rot="10800000">
                <a:off x="4615505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41" name="Flussdiagramm: Manuelle Verarbeitung 5140">
                <a:extLst>
                  <a:ext uri="{FF2B5EF4-FFF2-40B4-BE49-F238E27FC236}">
                    <a16:creationId xmlns:a16="http://schemas.microsoft.com/office/drawing/2014/main" id="{30AD78DA-31D5-3678-4EFA-1EE9982F8358}"/>
                  </a:ext>
                </a:extLst>
              </p:cNvPr>
              <p:cNvSpPr/>
              <p:nvPr/>
            </p:nvSpPr>
            <p:spPr>
              <a:xfrm rot="10800000">
                <a:off x="4417758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42" name="Flussdiagramm: Manuelle Verarbeitung 5141">
                <a:extLst>
                  <a:ext uri="{FF2B5EF4-FFF2-40B4-BE49-F238E27FC236}">
                    <a16:creationId xmlns:a16="http://schemas.microsoft.com/office/drawing/2014/main" id="{9E84A016-A819-35C0-00D6-197375F30154}"/>
                  </a:ext>
                </a:extLst>
              </p:cNvPr>
              <p:cNvSpPr/>
              <p:nvPr/>
            </p:nvSpPr>
            <p:spPr>
              <a:xfrm rot="10800000">
                <a:off x="4220012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43" name="Flussdiagramm: Manuelle Verarbeitung 5142">
                <a:extLst>
                  <a:ext uri="{FF2B5EF4-FFF2-40B4-BE49-F238E27FC236}">
                    <a16:creationId xmlns:a16="http://schemas.microsoft.com/office/drawing/2014/main" id="{87624D30-1BEC-E030-C97B-28B391E7AC19}"/>
                  </a:ext>
                </a:extLst>
              </p:cNvPr>
              <p:cNvSpPr/>
              <p:nvPr/>
            </p:nvSpPr>
            <p:spPr>
              <a:xfrm rot="10800000">
                <a:off x="4022265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44" name="Flussdiagramm: Manuelle Verarbeitung 5143">
                <a:extLst>
                  <a:ext uri="{FF2B5EF4-FFF2-40B4-BE49-F238E27FC236}">
                    <a16:creationId xmlns:a16="http://schemas.microsoft.com/office/drawing/2014/main" id="{2AE7F3B9-C0DC-D7FE-5AB7-D951425B9A94}"/>
                  </a:ext>
                </a:extLst>
              </p:cNvPr>
              <p:cNvSpPr/>
              <p:nvPr/>
            </p:nvSpPr>
            <p:spPr>
              <a:xfrm rot="10800000">
                <a:off x="3824518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45" name="Flussdiagramm: Manuelle Verarbeitung 5144">
                <a:extLst>
                  <a:ext uri="{FF2B5EF4-FFF2-40B4-BE49-F238E27FC236}">
                    <a16:creationId xmlns:a16="http://schemas.microsoft.com/office/drawing/2014/main" id="{4C92C518-833D-2D13-9CF1-6737B3DE2506}"/>
                  </a:ext>
                </a:extLst>
              </p:cNvPr>
              <p:cNvSpPr/>
              <p:nvPr/>
            </p:nvSpPr>
            <p:spPr>
              <a:xfrm rot="10800000">
                <a:off x="3626771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46" name="Flussdiagramm: Manuelle Verarbeitung 5145">
                <a:extLst>
                  <a:ext uri="{FF2B5EF4-FFF2-40B4-BE49-F238E27FC236}">
                    <a16:creationId xmlns:a16="http://schemas.microsoft.com/office/drawing/2014/main" id="{E7E2E18E-FC97-5CA2-BAB4-70C978451470}"/>
                  </a:ext>
                </a:extLst>
              </p:cNvPr>
              <p:cNvSpPr/>
              <p:nvPr/>
            </p:nvSpPr>
            <p:spPr>
              <a:xfrm rot="10800000">
                <a:off x="3429024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47" name="Flussdiagramm: Manuelle Verarbeitung 5146">
                <a:extLst>
                  <a:ext uri="{FF2B5EF4-FFF2-40B4-BE49-F238E27FC236}">
                    <a16:creationId xmlns:a16="http://schemas.microsoft.com/office/drawing/2014/main" id="{8408196D-4E45-12BC-4F26-B0BA5DC4F951}"/>
                  </a:ext>
                </a:extLst>
              </p:cNvPr>
              <p:cNvSpPr/>
              <p:nvPr/>
            </p:nvSpPr>
            <p:spPr>
              <a:xfrm rot="10800000">
                <a:off x="3231277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48" name="Flussdiagramm: Manuelle Verarbeitung 5147">
                <a:extLst>
                  <a:ext uri="{FF2B5EF4-FFF2-40B4-BE49-F238E27FC236}">
                    <a16:creationId xmlns:a16="http://schemas.microsoft.com/office/drawing/2014/main" id="{5BC05098-EC17-D86B-6446-665213D4CEF5}"/>
                  </a:ext>
                </a:extLst>
              </p:cNvPr>
              <p:cNvSpPr/>
              <p:nvPr/>
            </p:nvSpPr>
            <p:spPr>
              <a:xfrm rot="10800000">
                <a:off x="3033530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49" name="Flussdiagramm: Manuelle Verarbeitung 5148">
                <a:extLst>
                  <a:ext uri="{FF2B5EF4-FFF2-40B4-BE49-F238E27FC236}">
                    <a16:creationId xmlns:a16="http://schemas.microsoft.com/office/drawing/2014/main" id="{72B44C8E-F22B-BC18-1CB2-88B6B7AEDF23}"/>
                  </a:ext>
                </a:extLst>
              </p:cNvPr>
              <p:cNvSpPr/>
              <p:nvPr/>
            </p:nvSpPr>
            <p:spPr>
              <a:xfrm rot="10800000">
                <a:off x="2835784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50" name="Flussdiagramm: Manuelle Verarbeitung 5149">
                <a:extLst>
                  <a:ext uri="{FF2B5EF4-FFF2-40B4-BE49-F238E27FC236}">
                    <a16:creationId xmlns:a16="http://schemas.microsoft.com/office/drawing/2014/main" id="{199B8C02-887D-6DBD-7E19-AFB82D01A168}"/>
                  </a:ext>
                </a:extLst>
              </p:cNvPr>
              <p:cNvSpPr/>
              <p:nvPr/>
            </p:nvSpPr>
            <p:spPr>
              <a:xfrm rot="10800000">
                <a:off x="2638037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51" name="Flussdiagramm: Manuelle Verarbeitung 5150">
                <a:extLst>
                  <a:ext uri="{FF2B5EF4-FFF2-40B4-BE49-F238E27FC236}">
                    <a16:creationId xmlns:a16="http://schemas.microsoft.com/office/drawing/2014/main" id="{AB4A68F0-46C4-43D8-9171-6299F0E76FB7}"/>
                  </a:ext>
                </a:extLst>
              </p:cNvPr>
              <p:cNvSpPr/>
              <p:nvPr/>
            </p:nvSpPr>
            <p:spPr>
              <a:xfrm rot="10800000">
                <a:off x="2440290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52" name="Flussdiagramm: Manuelle Verarbeitung 5151">
                <a:extLst>
                  <a:ext uri="{FF2B5EF4-FFF2-40B4-BE49-F238E27FC236}">
                    <a16:creationId xmlns:a16="http://schemas.microsoft.com/office/drawing/2014/main" id="{6E726705-717A-1399-8034-114168EC8DB9}"/>
                  </a:ext>
                </a:extLst>
              </p:cNvPr>
              <p:cNvSpPr/>
              <p:nvPr/>
            </p:nvSpPr>
            <p:spPr>
              <a:xfrm rot="10800000">
                <a:off x="2242543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53" name="Flussdiagramm: Manuelle Verarbeitung 5152">
                <a:extLst>
                  <a:ext uri="{FF2B5EF4-FFF2-40B4-BE49-F238E27FC236}">
                    <a16:creationId xmlns:a16="http://schemas.microsoft.com/office/drawing/2014/main" id="{F2A8CE4F-64BD-4226-51ED-777B3B45B329}"/>
                  </a:ext>
                </a:extLst>
              </p:cNvPr>
              <p:cNvSpPr/>
              <p:nvPr/>
            </p:nvSpPr>
            <p:spPr>
              <a:xfrm rot="10800000">
                <a:off x="2044796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125" name="Gruppieren 5124">
              <a:extLst>
                <a:ext uri="{FF2B5EF4-FFF2-40B4-BE49-F238E27FC236}">
                  <a16:creationId xmlns:a16="http://schemas.microsoft.com/office/drawing/2014/main" id="{6347C12F-3B98-0900-140D-E3A29161DC02}"/>
                </a:ext>
              </a:extLst>
            </p:cNvPr>
            <p:cNvGrpSpPr/>
            <p:nvPr/>
          </p:nvGrpSpPr>
          <p:grpSpPr>
            <a:xfrm rot="16200000">
              <a:off x="1676056" y="1645781"/>
              <a:ext cx="1076722" cy="121909"/>
              <a:chOff x="626253" y="2437878"/>
              <a:chExt cx="1771191" cy="240631"/>
            </a:xfrm>
          </p:grpSpPr>
          <p:sp>
            <p:nvSpPr>
              <p:cNvPr id="5127" name="Flussdiagramm: Manuelle Verarbeitung 5126">
                <a:extLst>
                  <a:ext uri="{FF2B5EF4-FFF2-40B4-BE49-F238E27FC236}">
                    <a16:creationId xmlns:a16="http://schemas.microsoft.com/office/drawing/2014/main" id="{3194C5E8-6F39-6DA2-E583-8F7CA1711293}"/>
                  </a:ext>
                </a:extLst>
              </p:cNvPr>
              <p:cNvSpPr/>
              <p:nvPr/>
            </p:nvSpPr>
            <p:spPr>
              <a:xfrm>
                <a:off x="626253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28" name="Flussdiagramm: Manuelle Verarbeitung 5127">
                <a:extLst>
                  <a:ext uri="{FF2B5EF4-FFF2-40B4-BE49-F238E27FC236}">
                    <a16:creationId xmlns:a16="http://schemas.microsoft.com/office/drawing/2014/main" id="{6E0E419B-F046-1634-324E-AED8EBC1B4CD}"/>
                  </a:ext>
                </a:extLst>
              </p:cNvPr>
              <p:cNvSpPr/>
              <p:nvPr/>
            </p:nvSpPr>
            <p:spPr>
              <a:xfrm>
                <a:off x="846869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29" name="Flussdiagramm: Manuelle Verarbeitung 5128">
                <a:extLst>
                  <a:ext uri="{FF2B5EF4-FFF2-40B4-BE49-F238E27FC236}">
                    <a16:creationId xmlns:a16="http://schemas.microsoft.com/office/drawing/2014/main" id="{0C16F080-6D6A-E6FB-77CC-A16F6A932ADC}"/>
                  </a:ext>
                </a:extLst>
              </p:cNvPr>
              <p:cNvSpPr/>
              <p:nvPr/>
            </p:nvSpPr>
            <p:spPr>
              <a:xfrm>
                <a:off x="1067485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30" name="Flussdiagramm: Manuelle Verarbeitung 5129">
                <a:extLst>
                  <a:ext uri="{FF2B5EF4-FFF2-40B4-BE49-F238E27FC236}">
                    <a16:creationId xmlns:a16="http://schemas.microsoft.com/office/drawing/2014/main" id="{F1CD1A01-BB5D-523F-8CFC-F7277AF5908A}"/>
                  </a:ext>
                </a:extLst>
              </p:cNvPr>
              <p:cNvSpPr/>
              <p:nvPr/>
            </p:nvSpPr>
            <p:spPr>
              <a:xfrm>
                <a:off x="1288101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31" name="Flussdiagramm: Manuelle Verarbeitung 5130">
                <a:extLst>
                  <a:ext uri="{FF2B5EF4-FFF2-40B4-BE49-F238E27FC236}">
                    <a16:creationId xmlns:a16="http://schemas.microsoft.com/office/drawing/2014/main" id="{9BAC76F1-55E9-16C3-A3B7-8ABAC8349940}"/>
                  </a:ext>
                </a:extLst>
              </p:cNvPr>
              <p:cNvSpPr/>
              <p:nvPr/>
            </p:nvSpPr>
            <p:spPr>
              <a:xfrm>
                <a:off x="1508717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32" name="Flussdiagramm: Manuelle Verarbeitung 5131">
                <a:extLst>
                  <a:ext uri="{FF2B5EF4-FFF2-40B4-BE49-F238E27FC236}">
                    <a16:creationId xmlns:a16="http://schemas.microsoft.com/office/drawing/2014/main" id="{3EBB11EF-41B0-0D4D-6782-BB149C816666}"/>
                  </a:ext>
                </a:extLst>
              </p:cNvPr>
              <p:cNvSpPr/>
              <p:nvPr/>
            </p:nvSpPr>
            <p:spPr>
              <a:xfrm>
                <a:off x="1729333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33" name="Flussdiagramm: Manuelle Verarbeitung 5132">
                <a:extLst>
                  <a:ext uri="{FF2B5EF4-FFF2-40B4-BE49-F238E27FC236}">
                    <a16:creationId xmlns:a16="http://schemas.microsoft.com/office/drawing/2014/main" id="{B7945507-F3A8-9FDB-DE84-3739B98BC4E6}"/>
                  </a:ext>
                </a:extLst>
              </p:cNvPr>
              <p:cNvSpPr/>
              <p:nvPr/>
            </p:nvSpPr>
            <p:spPr>
              <a:xfrm>
                <a:off x="1949949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34" name="Flussdiagramm: Manuelle Verarbeitung 5133">
                <a:extLst>
                  <a:ext uri="{FF2B5EF4-FFF2-40B4-BE49-F238E27FC236}">
                    <a16:creationId xmlns:a16="http://schemas.microsoft.com/office/drawing/2014/main" id="{01EAEB60-2D07-1F0D-2EE6-84671F9BEC03}"/>
                  </a:ext>
                </a:extLst>
              </p:cNvPr>
              <p:cNvSpPr/>
              <p:nvPr/>
            </p:nvSpPr>
            <p:spPr>
              <a:xfrm>
                <a:off x="2170565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85" name="Gruppieren 184">
              <a:extLst>
                <a:ext uri="{FF2B5EF4-FFF2-40B4-BE49-F238E27FC236}">
                  <a16:creationId xmlns:a16="http://schemas.microsoft.com/office/drawing/2014/main" id="{981CA3CB-DC11-EB4D-062A-80A7E58630C2}"/>
                </a:ext>
              </a:extLst>
            </p:cNvPr>
            <p:cNvGrpSpPr/>
            <p:nvPr/>
          </p:nvGrpSpPr>
          <p:grpSpPr>
            <a:xfrm rot="16200000">
              <a:off x="1514643" y="1675774"/>
              <a:ext cx="1235290" cy="157333"/>
              <a:chOff x="626253" y="2437878"/>
              <a:chExt cx="1771191" cy="240631"/>
            </a:xfrm>
          </p:grpSpPr>
          <p:sp>
            <p:nvSpPr>
              <p:cNvPr id="186" name="Flussdiagramm: Manuelle Verarbeitung 185">
                <a:extLst>
                  <a:ext uri="{FF2B5EF4-FFF2-40B4-BE49-F238E27FC236}">
                    <a16:creationId xmlns:a16="http://schemas.microsoft.com/office/drawing/2014/main" id="{BDF4260D-943C-7597-155C-C27E7F94EEF7}"/>
                  </a:ext>
                </a:extLst>
              </p:cNvPr>
              <p:cNvSpPr/>
              <p:nvPr/>
            </p:nvSpPr>
            <p:spPr>
              <a:xfrm>
                <a:off x="626253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7" name="Flussdiagramm: Manuelle Verarbeitung 186">
                <a:extLst>
                  <a:ext uri="{FF2B5EF4-FFF2-40B4-BE49-F238E27FC236}">
                    <a16:creationId xmlns:a16="http://schemas.microsoft.com/office/drawing/2014/main" id="{7A3E535B-FE0F-E33C-82A2-75269F0FB963}"/>
                  </a:ext>
                </a:extLst>
              </p:cNvPr>
              <p:cNvSpPr/>
              <p:nvPr/>
            </p:nvSpPr>
            <p:spPr>
              <a:xfrm>
                <a:off x="846869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8" name="Flussdiagramm: Manuelle Verarbeitung 187">
                <a:extLst>
                  <a:ext uri="{FF2B5EF4-FFF2-40B4-BE49-F238E27FC236}">
                    <a16:creationId xmlns:a16="http://schemas.microsoft.com/office/drawing/2014/main" id="{B8C84633-60E2-4FB0-F026-7652C9C48AAC}"/>
                  </a:ext>
                </a:extLst>
              </p:cNvPr>
              <p:cNvSpPr/>
              <p:nvPr/>
            </p:nvSpPr>
            <p:spPr>
              <a:xfrm>
                <a:off x="1067485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9" name="Flussdiagramm: Manuelle Verarbeitung 188">
                <a:extLst>
                  <a:ext uri="{FF2B5EF4-FFF2-40B4-BE49-F238E27FC236}">
                    <a16:creationId xmlns:a16="http://schemas.microsoft.com/office/drawing/2014/main" id="{E271C210-B0EC-0BFA-F07C-231C92DAB359}"/>
                  </a:ext>
                </a:extLst>
              </p:cNvPr>
              <p:cNvSpPr/>
              <p:nvPr/>
            </p:nvSpPr>
            <p:spPr>
              <a:xfrm>
                <a:off x="1288101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0" name="Flussdiagramm: Manuelle Verarbeitung 189">
                <a:extLst>
                  <a:ext uri="{FF2B5EF4-FFF2-40B4-BE49-F238E27FC236}">
                    <a16:creationId xmlns:a16="http://schemas.microsoft.com/office/drawing/2014/main" id="{859565CD-02C9-DB03-C746-BC364562A5F1}"/>
                  </a:ext>
                </a:extLst>
              </p:cNvPr>
              <p:cNvSpPr/>
              <p:nvPr/>
            </p:nvSpPr>
            <p:spPr>
              <a:xfrm>
                <a:off x="1508717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1" name="Flussdiagramm: Manuelle Verarbeitung 190">
                <a:extLst>
                  <a:ext uri="{FF2B5EF4-FFF2-40B4-BE49-F238E27FC236}">
                    <a16:creationId xmlns:a16="http://schemas.microsoft.com/office/drawing/2014/main" id="{392DB633-3F70-D94C-F098-9679EA8D299E}"/>
                  </a:ext>
                </a:extLst>
              </p:cNvPr>
              <p:cNvSpPr/>
              <p:nvPr/>
            </p:nvSpPr>
            <p:spPr>
              <a:xfrm>
                <a:off x="1729333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20" name="Flussdiagramm: Manuelle Verarbeitung 5119">
                <a:extLst>
                  <a:ext uri="{FF2B5EF4-FFF2-40B4-BE49-F238E27FC236}">
                    <a16:creationId xmlns:a16="http://schemas.microsoft.com/office/drawing/2014/main" id="{11D7B7B7-1CE8-C891-EC15-3BA6008E4F2B}"/>
                  </a:ext>
                </a:extLst>
              </p:cNvPr>
              <p:cNvSpPr/>
              <p:nvPr/>
            </p:nvSpPr>
            <p:spPr>
              <a:xfrm>
                <a:off x="1949949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21" name="Flussdiagramm: Manuelle Verarbeitung 5120">
                <a:extLst>
                  <a:ext uri="{FF2B5EF4-FFF2-40B4-BE49-F238E27FC236}">
                    <a16:creationId xmlns:a16="http://schemas.microsoft.com/office/drawing/2014/main" id="{46ED04D2-F133-0A6F-61CB-5645F8628CD2}"/>
                  </a:ext>
                </a:extLst>
              </p:cNvPr>
              <p:cNvSpPr/>
              <p:nvPr/>
            </p:nvSpPr>
            <p:spPr>
              <a:xfrm>
                <a:off x="2170565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76" name="Gruppieren 175">
              <a:extLst>
                <a:ext uri="{FF2B5EF4-FFF2-40B4-BE49-F238E27FC236}">
                  <a16:creationId xmlns:a16="http://schemas.microsoft.com/office/drawing/2014/main" id="{802FB891-FCB5-1574-C835-E92818B405E5}"/>
                </a:ext>
              </a:extLst>
            </p:cNvPr>
            <p:cNvGrpSpPr/>
            <p:nvPr/>
          </p:nvGrpSpPr>
          <p:grpSpPr>
            <a:xfrm rot="16200000">
              <a:off x="1395545" y="1727501"/>
              <a:ext cx="1311627" cy="173799"/>
              <a:chOff x="626253" y="2437878"/>
              <a:chExt cx="1771191" cy="240631"/>
            </a:xfrm>
          </p:grpSpPr>
          <p:sp>
            <p:nvSpPr>
              <p:cNvPr id="177" name="Flussdiagramm: Manuelle Verarbeitung 176">
                <a:extLst>
                  <a:ext uri="{FF2B5EF4-FFF2-40B4-BE49-F238E27FC236}">
                    <a16:creationId xmlns:a16="http://schemas.microsoft.com/office/drawing/2014/main" id="{360D9211-4208-F15E-978D-773DD695846A}"/>
                  </a:ext>
                </a:extLst>
              </p:cNvPr>
              <p:cNvSpPr/>
              <p:nvPr/>
            </p:nvSpPr>
            <p:spPr>
              <a:xfrm>
                <a:off x="626253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8" name="Flussdiagramm: Manuelle Verarbeitung 177">
                <a:extLst>
                  <a:ext uri="{FF2B5EF4-FFF2-40B4-BE49-F238E27FC236}">
                    <a16:creationId xmlns:a16="http://schemas.microsoft.com/office/drawing/2014/main" id="{DD36FDDA-C8D6-56F4-45A3-6837298FC525}"/>
                  </a:ext>
                </a:extLst>
              </p:cNvPr>
              <p:cNvSpPr/>
              <p:nvPr/>
            </p:nvSpPr>
            <p:spPr>
              <a:xfrm>
                <a:off x="846869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9" name="Flussdiagramm: Manuelle Verarbeitung 178">
                <a:extLst>
                  <a:ext uri="{FF2B5EF4-FFF2-40B4-BE49-F238E27FC236}">
                    <a16:creationId xmlns:a16="http://schemas.microsoft.com/office/drawing/2014/main" id="{8431D59B-24D8-65D3-85C4-20C03FCEC5BE}"/>
                  </a:ext>
                </a:extLst>
              </p:cNvPr>
              <p:cNvSpPr/>
              <p:nvPr/>
            </p:nvSpPr>
            <p:spPr>
              <a:xfrm>
                <a:off x="1067485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0" name="Flussdiagramm: Manuelle Verarbeitung 179">
                <a:extLst>
                  <a:ext uri="{FF2B5EF4-FFF2-40B4-BE49-F238E27FC236}">
                    <a16:creationId xmlns:a16="http://schemas.microsoft.com/office/drawing/2014/main" id="{8861B77B-EAE1-8924-FABB-A16A5C478BAB}"/>
                  </a:ext>
                </a:extLst>
              </p:cNvPr>
              <p:cNvSpPr/>
              <p:nvPr/>
            </p:nvSpPr>
            <p:spPr>
              <a:xfrm>
                <a:off x="1288101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1" name="Flussdiagramm: Manuelle Verarbeitung 180">
                <a:extLst>
                  <a:ext uri="{FF2B5EF4-FFF2-40B4-BE49-F238E27FC236}">
                    <a16:creationId xmlns:a16="http://schemas.microsoft.com/office/drawing/2014/main" id="{AFE1CB43-4F4A-B2EE-E40D-822D26430FCD}"/>
                  </a:ext>
                </a:extLst>
              </p:cNvPr>
              <p:cNvSpPr/>
              <p:nvPr/>
            </p:nvSpPr>
            <p:spPr>
              <a:xfrm>
                <a:off x="1508717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2" name="Flussdiagramm: Manuelle Verarbeitung 181">
                <a:extLst>
                  <a:ext uri="{FF2B5EF4-FFF2-40B4-BE49-F238E27FC236}">
                    <a16:creationId xmlns:a16="http://schemas.microsoft.com/office/drawing/2014/main" id="{25DF9993-27B9-1AE0-E603-4161E5555D8B}"/>
                  </a:ext>
                </a:extLst>
              </p:cNvPr>
              <p:cNvSpPr/>
              <p:nvPr/>
            </p:nvSpPr>
            <p:spPr>
              <a:xfrm>
                <a:off x="1729333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3" name="Flussdiagramm: Manuelle Verarbeitung 182">
                <a:extLst>
                  <a:ext uri="{FF2B5EF4-FFF2-40B4-BE49-F238E27FC236}">
                    <a16:creationId xmlns:a16="http://schemas.microsoft.com/office/drawing/2014/main" id="{4EC6978C-3E24-73E4-554F-4C3C3B45E818}"/>
                  </a:ext>
                </a:extLst>
              </p:cNvPr>
              <p:cNvSpPr/>
              <p:nvPr/>
            </p:nvSpPr>
            <p:spPr>
              <a:xfrm>
                <a:off x="1949949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4" name="Flussdiagramm: Manuelle Verarbeitung 183">
                <a:extLst>
                  <a:ext uri="{FF2B5EF4-FFF2-40B4-BE49-F238E27FC236}">
                    <a16:creationId xmlns:a16="http://schemas.microsoft.com/office/drawing/2014/main" id="{CC329754-50D5-D210-2C1C-6DDABF2A65C6}"/>
                  </a:ext>
                </a:extLst>
              </p:cNvPr>
              <p:cNvSpPr/>
              <p:nvPr/>
            </p:nvSpPr>
            <p:spPr>
              <a:xfrm>
                <a:off x="2170565" y="2437878"/>
                <a:ext cx="226879" cy="24063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237" name="Gruppieren 5236">
              <a:extLst>
                <a:ext uri="{FF2B5EF4-FFF2-40B4-BE49-F238E27FC236}">
                  <a16:creationId xmlns:a16="http://schemas.microsoft.com/office/drawing/2014/main" id="{082DB573-CAAF-5211-613B-C252EF058E55}"/>
                </a:ext>
              </a:extLst>
            </p:cNvPr>
            <p:cNvGrpSpPr/>
            <p:nvPr/>
          </p:nvGrpSpPr>
          <p:grpSpPr>
            <a:xfrm>
              <a:off x="2083198" y="1108394"/>
              <a:ext cx="3367858" cy="194570"/>
              <a:chOff x="2051782" y="1248770"/>
              <a:chExt cx="3367858" cy="194570"/>
            </a:xfrm>
          </p:grpSpPr>
          <p:sp>
            <p:nvSpPr>
              <p:cNvPr id="2" name="Flussdiagramm: Manuelle Verarbeitung 1">
                <a:extLst>
                  <a:ext uri="{FF2B5EF4-FFF2-40B4-BE49-F238E27FC236}">
                    <a16:creationId xmlns:a16="http://schemas.microsoft.com/office/drawing/2014/main" id="{F0BCA6B1-7CB8-6B4D-5D91-47C97869D510}"/>
                  </a:ext>
                </a:extLst>
              </p:cNvPr>
              <p:cNvSpPr/>
              <p:nvPr/>
            </p:nvSpPr>
            <p:spPr>
              <a:xfrm>
                <a:off x="2051782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lussdiagramm: Manuelle Verarbeitung 2">
                <a:extLst>
                  <a:ext uri="{FF2B5EF4-FFF2-40B4-BE49-F238E27FC236}">
                    <a16:creationId xmlns:a16="http://schemas.microsoft.com/office/drawing/2014/main" id="{050CD78B-1EA1-F661-BECF-21F07692AC99}"/>
                  </a:ext>
                </a:extLst>
              </p:cNvPr>
              <p:cNvSpPr/>
              <p:nvPr/>
            </p:nvSpPr>
            <p:spPr>
              <a:xfrm>
                <a:off x="2249529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" name="Flussdiagramm: Manuelle Verarbeitung 3">
                <a:extLst>
                  <a:ext uri="{FF2B5EF4-FFF2-40B4-BE49-F238E27FC236}">
                    <a16:creationId xmlns:a16="http://schemas.microsoft.com/office/drawing/2014/main" id="{DE5FEF44-5CAE-192B-BDBA-ABC5CBD9826D}"/>
                  </a:ext>
                </a:extLst>
              </p:cNvPr>
              <p:cNvSpPr/>
              <p:nvPr/>
            </p:nvSpPr>
            <p:spPr>
              <a:xfrm>
                <a:off x="2447276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" name="Flussdiagramm: Manuelle Verarbeitung 9">
                <a:extLst>
                  <a:ext uri="{FF2B5EF4-FFF2-40B4-BE49-F238E27FC236}">
                    <a16:creationId xmlns:a16="http://schemas.microsoft.com/office/drawing/2014/main" id="{D15B087E-4254-3431-FDAE-9EFC1BF78963}"/>
                  </a:ext>
                </a:extLst>
              </p:cNvPr>
              <p:cNvSpPr/>
              <p:nvPr/>
            </p:nvSpPr>
            <p:spPr>
              <a:xfrm>
                <a:off x="2645023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" name="Flussdiagramm: Manuelle Verarbeitung 10">
                <a:extLst>
                  <a:ext uri="{FF2B5EF4-FFF2-40B4-BE49-F238E27FC236}">
                    <a16:creationId xmlns:a16="http://schemas.microsoft.com/office/drawing/2014/main" id="{42920CA8-355C-8046-6B27-30E90AD1451B}"/>
                  </a:ext>
                </a:extLst>
              </p:cNvPr>
              <p:cNvSpPr/>
              <p:nvPr/>
            </p:nvSpPr>
            <p:spPr>
              <a:xfrm>
                <a:off x="2842770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" name="Flussdiagramm: Manuelle Verarbeitung 11">
                <a:extLst>
                  <a:ext uri="{FF2B5EF4-FFF2-40B4-BE49-F238E27FC236}">
                    <a16:creationId xmlns:a16="http://schemas.microsoft.com/office/drawing/2014/main" id="{37D425B6-20B3-C736-5C4C-5539EFA7748B}"/>
                  </a:ext>
                </a:extLst>
              </p:cNvPr>
              <p:cNvSpPr/>
              <p:nvPr/>
            </p:nvSpPr>
            <p:spPr>
              <a:xfrm>
                <a:off x="3040517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" name="Flussdiagramm: Manuelle Verarbeitung 12">
                <a:extLst>
                  <a:ext uri="{FF2B5EF4-FFF2-40B4-BE49-F238E27FC236}">
                    <a16:creationId xmlns:a16="http://schemas.microsoft.com/office/drawing/2014/main" id="{25CC9A6E-8097-D7BF-8483-61F8D23CB9A7}"/>
                  </a:ext>
                </a:extLst>
              </p:cNvPr>
              <p:cNvSpPr/>
              <p:nvPr/>
            </p:nvSpPr>
            <p:spPr>
              <a:xfrm>
                <a:off x="3238263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" name="Flussdiagramm: Manuelle Verarbeitung 14">
                <a:extLst>
                  <a:ext uri="{FF2B5EF4-FFF2-40B4-BE49-F238E27FC236}">
                    <a16:creationId xmlns:a16="http://schemas.microsoft.com/office/drawing/2014/main" id="{32AF89FD-DE23-B8BA-F533-8C9D6E0F0082}"/>
                  </a:ext>
                </a:extLst>
              </p:cNvPr>
              <p:cNvSpPr/>
              <p:nvPr/>
            </p:nvSpPr>
            <p:spPr>
              <a:xfrm>
                <a:off x="3436010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" name="Flussdiagramm: Manuelle Verarbeitung 16">
                <a:extLst>
                  <a:ext uri="{FF2B5EF4-FFF2-40B4-BE49-F238E27FC236}">
                    <a16:creationId xmlns:a16="http://schemas.microsoft.com/office/drawing/2014/main" id="{AE818301-82D3-9239-E35F-A51FA2FDC3DE}"/>
                  </a:ext>
                </a:extLst>
              </p:cNvPr>
              <p:cNvSpPr/>
              <p:nvPr/>
            </p:nvSpPr>
            <p:spPr>
              <a:xfrm>
                <a:off x="3634304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" name="Flussdiagramm: Manuelle Verarbeitung 18">
                <a:extLst>
                  <a:ext uri="{FF2B5EF4-FFF2-40B4-BE49-F238E27FC236}">
                    <a16:creationId xmlns:a16="http://schemas.microsoft.com/office/drawing/2014/main" id="{F890524F-8D83-2419-B78E-CA00007E5AEA}"/>
                  </a:ext>
                </a:extLst>
              </p:cNvPr>
              <p:cNvSpPr/>
              <p:nvPr/>
            </p:nvSpPr>
            <p:spPr>
              <a:xfrm>
                <a:off x="3832051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" name="Flussdiagramm: Manuelle Verarbeitung 19">
                <a:extLst>
                  <a:ext uri="{FF2B5EF4-FFF2-40B4-BE49-F238E27FC236}">
                    <a16:creationId xmlns:a16="http://schemas.microsoft.com/office/drawing/2014/main" id="{F925BB9F-2878-5F2A-1283-E36748EE5384}"/>
                  </a:ext>
                </a:extLst>
              </p:cNvPr>
              <p:cNvSpPr/>
              <p:nvPr/>
            </p:nvSpPr>
            <p:spPr>
              <a:xfrm>
                <a:off x="4029798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" name="Flussdiagramm: Manuelle Verarbeitung 20">
                <a:extLst>
                  <a:ext uri="{FF2B5EF4-FFF2-40B4-BE49-F238E27FC236}">
                    <a16:creationId xmlns:a16="http://schemas.microsoft.com/office/drawing/2014/main" id="{880C38BA-95FA-AA0E-8ACA-13696A5455BC}"/>
                  </a:ext>
                </a:extLst>
              </p:cNvPr>
              <p:cNvSpPr/>
              <p:nvPr/>
            </p:nvSpPr>
            <p:spPr>
              <a:xfrm>
                <a:off x="4227544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" name="Flussdiagramm: Manuelle Verarbeitung 21">
                <a:extLst>
                  <a:ext uri="{FF2B5EF4-FFF2-40B4-BE49-F238E27FC236}">
                    <a16:creationId xmlns:a16="http://schemas.microsoft.com/office/drawing/2014/main" id="{6C234932-1348-8656-8B97-0221F5088B40}"/>
                  </a:ext>
                </a:extLst>
              </p:cNvPr>
              <p:cNvSpPr/>
              <p:nvPr/>
            </p:nvSpPr>
            <p:spPr>
              <a:xfrm>
                <a:off x="4425291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" name="Flussdiagramm: Manuelle Verarbeitung 22">
                <a:extLst>
                  <a:ext uri="{FF2B5EF4-FFF2-40B4-BE49-F238E27FC236}">
                    <a16:creationId xmlns:a16="http://schemas.microsoft.com/office/drawing/2014/main" id="{D10C1324-BDC5-DE87-97EF-5796A1BDEB1F}"/>
                  </a:ext>
                </a:extLst>
              </p:cNvPr>
              <p:cNvSpPr/>
              <p:nvPr/>
            </p:nvSpPr>
            <p:spPr>
              <a:xfrm>
                <a:off x="4623038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" name="Flussdiagramm: Manuelle Verarbeitung 23">
                <a:extLst>
                  <a:ext uri="{FF2B5EF4-FFF2-40B4-BE49-F238E27FC236}">
                    <a16:creationId xmlns:a16="http://schemas.microsoft.com/office/drawing/2014/main" id="{588A1F91-9F03-75AB-A6E6-C9530EA529E1}"/>
                  </a:ext>
                </a:extLst>
              </p:cNvPr>
              <p:cNvSpPr/>
              <p:nvPr/>
            </p:nvSpPr>
            <p:spPr>
              <a:xfrm>
                <a:off x="4820785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" name="Flussdiagramm: Manuelle Verarbeitung 24">
                <a:extLst>
                  <a:ext uri="{FF2B5EF4-FFF2-40B4-BE49-F238E27FC236}">
                    <a16:creationId xmlns:a16="http://schemas.microsoft.com/office/drawing/2014/main" id="{9B5D6CC9-444C-9AD4-51A5-033786203189}"/>
                  </a:ext>
                </a:extLst>
              </p:cNvPr>
              <p:cNvSpPr/>
              <p:nvPr/>
            </p:nvSpPr>
            <p:spPr>
              <a:xfrm>
                <a:off x="5018532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2" name="Flussdiagramm: Manuelle Verarbeitung 41">
                <a:extLst>
                  <a:ext uri="{FF2B5EF4-FFF2-40B4-BE49-F238E27FC236}">
                    <a16:creationId xmlns:a16="http://schemas.microsoft.com/office/drawing/2014/main" id="{52A2E3C7-79EA-3949-ACE6-7ECF8ECF5F25}"/>
                  </a:ext>
                </a:extLst>
              </p:cNvPr>
              <p:cNvSpPr/>
              <p:nvPr/>
            </p:nvSpPr>
            <p:spPr>
              <a:xfrm>
                <a:off x="5216279" y="1248770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135" name="Gruppieren 5134">
              <a:extLst>
                <a:ext uri="{FF2B5EF4-FFF2-40B4-BE49-F238E27FC236}">
                  <a16:creationId xmlns:a16="http://schemas.microsoft.com/office/drawing/2014/main" id="{E8535A95-AB15-A405-423C-91350C08BF15}"/>
                </a:ext>
              </a:extLst>
            </p:cNvPr>
            <p:cNvGrpSpPr/>
            <p:nvPr/>
          </p:nvGrpSpPr>
          <p:grpSpPr>
            <a:xfrm>
              <a:off x="2044796" y="2391694"/>
              <a:ext cx="3367858" cy="194570"/>
              <a:chOff x="2044796" y="2592862"/>
              <a:chExt cx="3367858" cy="194570"/>
            </a:xfrm>
          </p:grpSpPr>
          <p:sp>
            <p:nvSpPr>
              <p:cNvPr id="71" name="Flussdiagramm: Manuelle Verarbeitung 70">
                <a:extLst>
                  <a:ext uri="{FF2B5EF4-FFF2-40B4-BE49-F238E27FC236}">
                    <a16:creationId xmlns:a16="http://schemas.microsoft.com/office/drawing/2014/main" id="{0528D8BE-37AC-A9EA-832A-76AB16F1A338}"/>
                  </a:ext>
                </a:extLst>
              </p:cNvPr>
              <p:cNvSpPr/>
              <p:nvPr/>
            </p:nvSpPr>
            <p:spPr>
              <a:xfrm rot="10800000">
                <a:off x="5209293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2" name="Flussdiagramm: Manuelle Verarbeitung 71">
                <a:extLst>
                  <a:ext uri="{FF2B5EF4-FFF2-40B4-BE49-F238E27FC236}">
                    <a16:creationId xmlns:a16="http://schemas.microsoft.com/office/drawing/2014/main" id="{539D6403-0116-4CCC-2B38-73A8DAC3BC8C}"/>
                  </a:ext>
                </a:extLst>
              </p:cNvPr>
              <p:cNvSpPr/>
              <p:nvPr/>
            </p:nvSpPr>
            <p:spPr>
              <a:xfrm rot="10800000">
                <a:off x="5011546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3" name="Flussdiagramm: Manuelle Verarbeitung 72">
                <a:extLst>
                  <a:ext uri="{FF2B5EF4-FFF2-40B4-BE49-F238E27FC236}">
                    <a16:creationId xmlns:a16="http://schemas.microsoft.com/office/drawing/2014/main" id="{7064C7B2-3639-5ED1-EC82-2BD492BA1000}"/>
                  </a:ext>
                </a:extLst>
              </p:cNvPr>
              <p:cNvSpPr/>
              <p:nvPr/>
            </p:nvSpPr>
            <p:spPr>
              <a:xfrm rot="10800000">
                <a:off x="4813799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4" name="Flussdiagramm: Manuelle Verarbeitung 73">
                <a:extLst>
                  <a:ext uri="{FF2B5EF4-FFF2-40B4-BE49-F238E27FC236}">
                    <a16:creationId xmlns:a16="http://schemas.microsoft.com/office/drawing/2014/main" id="{BEA6CFA8-4776-4468-78C8-B0C3BDF60830}"/>
                  </a:ext>
                </a:extLst>
              </p:cNvPr>
              <p:cNvSpPr/>
              <p:nvPr/>
            </p:nvSpPr>
            <p:spPr>
              <a:xfrm rot="10800000">
                <a:off x="4615505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5" name="Flussdiagramm: Manuelle Verarbeitung 74">
                <a:extLst>
                  <a:ext uri="{FF2B5EF4-FFF2-40B4-BE49-F238E27FC236}">
                    <a16:creationId xmlns:a16="http://schemas.microsoft.com/office/drawing/2014/main" id="{85CB6C12-4325-37F9-BFF2-12B433627CC7}"/>
                  </a:ext>
                </a:extLst>
              </p:cNvPr>
              <p:cNvSpPr/>
              <p:nvPr/>
            </p:nvSpPr>
            <p:spPr>
              <a:xfrm rot="10800000">
                <a:off x="4417758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6" name="Flussdiagramm: Manuelle Verarbeitung 75">
                <a:extLst>
                  <a:ext uri="{FF2B5EF4-FFF2-40B4-BE49-F238E27FC236}">
                    <a16:creationId xmlns:a16="http://schemas.microsoft.com/office/drawing/2014/main" id="{11DFB40C-4B66-B07F-52E6-C214FD800525}"/>
                  </a:ext>
                </a:extLst>
              </p:cNvPr>
              <p:cNvSpPr/>
              <p:nvPr/>
            </p:nvSpPr>
            <p:spPr>
              <a:xfrm rot="10800000">
                <a:off x="4220012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7" name="Flussdiagramm: Manuelle Verarbeitung 76">
                <a:extLst>
                  <a:ext uri="{FF2B5EF4-FFF2-40B4-BE49-F238E27FC236}">
                    <a16:creationId xmlns:a16="http://schemas.microsoft.com/office/drawing/2014/main" id="{398EC8B0-129D-89C9-DE7A-20A9727A8A78}"/>
                  </a:ext>
                </a:extLst>
              </p:cNvPr>
              <p:cNvSpPr/>
              <p:nvPr/>
            </p:nvSpPr>
            <p:spPr>
              <a:xfrm rot="10800000">
                <a:off x="4022265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8" name="Flussdiagramm: Manuelle Verarbeitung 77">
                <a:extLst>
                  <a:ext uri="{FF2B5EF4-FFF2-40B4-BE49-F238E27FC236}">
                    <a16:creationId xmlns:a16="http://schemas.microsoft.com/office/drawing/2014/main" id="{5CC7871C-BE3C-095E-B6E3-0DB7414AF663}"/>
                  </a:ext>
                </a:extLst>
              </p:cNvPr>
              <p:cNvSpPr/>
              <p:nvPr/>
            </p:nvSpPr>
            <p:spPr>
              <a:xfrm rot="10800000">
                <a:off x="3824518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9" name="Flussdiagramm: Manuelle Verarbeitung 78">
                <a:extLst>
                  <a:ext uri="{FF2B5EF4-FFF2-40B4-BE49-F238E27FC236}">
                    <a16:creationId xmlns:a16="http://schemas.microsoft.com/office/drawing/2014/main" id="{BB8BD3BD-73FA-E879-54C1-8BE3C39ABDB0}"/>
                  </a:ext>
                </a:extLst>
              </p:cNvPr>
              <p:cNvSpPr/>
              <p:nvPr/>
            </p:nvSpPr>
            <p:spPr>
              <a:xfrm rot="10800000">
                <a:off x="3626771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0" name="Flussdiagramm: Manuelle Verarbeitung 79">
                <a:extLst>
                  <a:ext uri="{FF2B5EF4-FFF2-40B4-BE49-F238E27FC236}">
                    <a16:creationId xmlns:a16="http://schemas.microsoft.com/office/drawing/2014/main" id="{4F739A81-EDDE-5472-D87A-2E45C0013423}"/>
                  </a:ext>
                </a:extLst>
              </p:cNvPr>
              <p:cNvSpPr/>
              <p:nvPr/>
            </p:nvSpPr>
            <p:spPr>
              <a:xfrm rot="10800000">
                <a:off x="3429024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1" name="Flussdiagramm: Manuelle Verarbeitung 80">
                <a:extLst>
                  <a:ext uri="{FF2B5EF4-FFF2-40B4-BE49-F238E27FC236}">
                    <a16:creationId xmlns:a16="http://schemas.microsoft.com/office/drawing/2014/main" id="{B7C84985-3CA6-49DB-249B-C266DF311D94}"/>
                  </a:ext>
                </a:extLst>
              </p:cNvPr>
              <p:cNvSpPr/>
              <p:nvPr/>
            </p:nvSpPr>
            <p:spPr>
              <a:xfrm rot="10800000">
                <a:off x="3231277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2" name="Flussdiagramm: Manuelle Verarbeitung 81">
                <a:extLst>
                  <a:ext uri="{FF2B5EF4-FFF2-40B4-BE49-F238E27FC236}">
                    <a16:creationId xmlns:a16="http://schemas.microsoft.com/office/drawing/2014/main" id="{A724739E-BDDC-BE29-B356-3C11206D939F}"/>
                  </a:ext>
                </a:extLst>
              </p:cNvPr>
              <p:cNvSpPr/>
              <p:nvPr/>
            </p:nvSpPr>
            <p:spPr>
              <a:xfrm rot="10800000">
                <a:off x="3033530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3" name="Flussdiagramm: Manuelle Verarbeitung 82">
                <a:extLst>
                  <a:ext uri="{FF2B5EF4-FFF2-40B4-BE49-F238E27FC236}">
                    <a16:creationId xmlns:a16="http://schemas.microsoft.com/office/drawing/2014/main" id="{F760AC70-C9EB-4E42-5774-61049D643085}"/>
                  </a:ext>
                </a:extLst>
              </p:cNvPr>
              <p:cNvSpPr/>
              <p:nvPr/>
            </p:nvSpPr>
            <p:spPr>
              <a:xfrm rot="10800000">
                <a:off x="2835784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4" name="Flussdiagramm: Manuelle Verarbeitung 83">
                <a:extLst>
                  <a:ext uri="{FF2B5EF4-FFF2-40B4-BE49-F238E27FC236}">
                    <a16:creationId xmlns:a16="http://schemas.microsoft.com/office/drawing/2014/main" id="{06D2CA93-DD37-2DFD-6871-2E93C1217E29}"/>
                  </a:ext>
                </a:extLst>
              </p:cNvPr>
              <p:cNvSpPr/>
              <p:nvPr/>
            </p:nvSpPr>
            <p:spPr>
              <a:xfrm rot="10800000">
                <a:off x="2638037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5" name="Flussdiagramm: Manuelle Verarbeitung 84">
                <a:extLst>
                  <a:ext uri="{FF2B5EF4-FFF2-40B4-BE49-F238E27FC236}">
                    <a16:creationId xmlns:a16="http://schemas.microsoft.com/office/drawing/2014/main" id="{7A3D91BD-E5E1-7154-F04E-8C2EF0EEC772}"/>
                  </a:ext>
                </a:extLst>
              </p:cNvPr>
              <p:cNvSpPr/>
              <p:nvPr/>
            </p:nvSpPr>
            <p:spPr>
              <a:xfrm rot="10800000">
                <a:off x="2440290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6" name="Flussdiagramm: Manuelle Verarbeitung 85">
                <a:extLst>
                  <a:ext uri="{FF2B5EF4-FFF2-40B4-BE49-F238E27FC236}">
                    <a16:creationId xmlns:a16="http://schemas.microsoft.com/office/drawing/2014/main" id="{616F8FC0-F916-6B42-6B16-F5549CA9F398}"/>
                  </a:ext>
                </a:extLst>
              </p:cNvPr>
              <p:cNvSpPr/>
              <p:nvPr/>
            </p:nvSpPr>
            <p:spPr>
              <a:xfrm rot="10800000">
                <a:off x="2242543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7" name="Flussdiagramm: Manuelle Verarbeitung 86">
                <a:extLst>
                  <a:ext uri="{FF2B5EF4-FFF2-40B4-BE49-F238E27FC236}">
                    <a16:creationId xmlns:a16="http://schemas.microsoft.com/office/drawing/2014/main" id="{EFA3B21E-69CB-0BA7-771F-B0744273749F}"/>
                  </a:ext>
                </a:extLst>
              </p:cNvPr>
              <p:cNvSpPr/>
              <p:nvPr/>
            </p:nvSpPr>
            <p:spPr>
              <a:xfrm rot="10800000">
                <a:off x="2044796" y="2592862"/>
                <a:ext cx="203361" cy="194570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463" name="Gruppieren 5462">
              <a:extLst>
                <a:ext uri="{FF2B5EF4-FFF2-40B4-BE49-F238E27FC236}">
                  <a16:creationId xmlns:a16="http://schemas.microsoft.com/office/drawing/2014/main" id="{BDFC6386-F002-B310-50BA-DEAF6916B610}"/>
                </a:ext>
              </a:extLst>
            </p:cNvPr>
            <p:cNvGrpSpPr/>
            <p:nvPr/>
          </p:nvGrpSpPr>
          <p:grpSpPr>
            <a:xfrm>
              <a:off x="1829109" y="1089585"/>
              <a:ext cx="3806767" cy="1443425"/>
              <a:chOff x="1829109" y="1290753"/>
              <a:chExt cx="3806767" cy="1443425"/>
            </a:xfrm>
          </p:grpSpPr>
          <p:grpSp>
            <p:nvGrpSpPr>
              <p:cNvPr id="56" name="Gruppieren 55">
                <a:extLst>
                  <a:ext uri="{FF2B5EF4-FFF2-40B4-BE49-F238E27FC236}">
                    <a16:creationId xmlns:a16="http://schemas.microsoft.com/office/drawing/2014/main" id="{09604895-62DF-C638-5E6A-2502E5D8781D}"/>
                  </a:ext>
                </a:extLst>
              </p:cNvPr>
              <p:cNvGrpSpPr/>
              <p:nvPr/>
            </p:nvGrpSpPr>
            <p:grpSpPr>
              <a:xfrm rot="16200000">
                <a:off x="1220877" y="1898985"/>
                <a:ext cx="1432152" cy="215687"/>
                <a:chOff x="626253" y="2437878"/>
                <a:chExt cx="1771191" cy="240631"/>
              </a:xfrm>
            </p:grpSpPr>
            <p:sp>
              <p:nvSpPr>
                <p:cNvPr id="48" name="Flussdiagramm: Manuelle Verarbeitung 47">
                  <a:extLst>
                    <a:ext uri="{FF2B5EF4-FFF2-40B4-BE49-F238E27FC236}">
                      <a16:creationId xmlns:a16="http://schemas.microsoft.com/office/drawing/2014/main" id="{55431995-1C7A-F4FC-7891-EED794295A49}"/>
                    </a:ext>
                  </a:extLst>
                </p:cNvPr>
                <p:cNvSpPr/>
                <p:nvPr/>
              </p:nvSpPr>
              <p:spPr>
                <a:xfrm>
                  <a:off x="626253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9" name="Flussdiagramm: Manuelle Verarbeitung 48">
                  <a:extLst>
                    <a:ext uri="{FF2B5EF4-FFF2-40B4-BE49-F238E27FC236}">
                      <a16:creationId xmlns:a16="http://schemas.microsoft.com/office/drawing/2014/main" id="{DDA0FE16-14D0-B447-6F8F-79008557C35F}"/>
                    </a:ext>
                  </a:extLst>
                </p:cNvPr>
                <p:cNvSpPr/>
                <p:nvPr/>
              </p:nvSpPr>
              <p:spPr>
                <a:xfrm>
                  <a:off x="846869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0" name="Flussdiagramm: Manuelle Verarbeitung 49">
                  <a:extLst>
                    <a:ext uri="{FF2B5EF4-FFF2-40B4-BE49-F238E27FC236}">
                      <a16:creationId xmlns:a16="http://schemas.microsoft.com/office/drawing/2014/main" id="{DDDB41C1-CEB5-3718-2CC0-3EB69874432C}"/>
                    </a:ext>
                  </a:extLst>
                </p:cNvPr>
                <p:cNvSpPr/>
                <p:nvPr/>
              </p:nvSpPr>
              <p:spPr>
                <a:xfrm>
                  <a:off x="1067485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1" name="Flussdiagramm: Manuelle Verarbeitung 50">
                  <a:extLst>
                    <a:ext uri="{FF2B5EF4-FFF2-40B4-BE49-F238E27FC236}">
                      <a16:creationId xmlns:a16="http://schemas.microsoft.com/office/drawing/2014/main" id="{0CDEDBDD-A7E8-1A2F-B01E-21A427951E6F}"/>
                    </a:ext>
                  </a:extLst>
                </p:cNvPr>
                <p:cNvSpPr/>
                <p:nvPr/>
              </p:nvSpPr>
              <p:spPr>
                <a:xfrm>
                  <a:off x="1288101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2" name="Flussdiagramm: Manuelle Verarbeitung 51">
                  <a:extLst>
                    <a:ext uri="{FF2B5EF4-FFF2-40B4-BE49-F238E27FC236}">
                      <a16:creationId xmlns:a16="http://schemas.microsoft.com/office/drawing/2014/main" id="{C7D77C6F-B0A8-3108-B969-EC698886BF16}"/>
                    </a:ext>
                  </a:extLst>
                </p:cNvPr>
                <p:cNvSpPr/>
                <p:nvPr/>
              </p:nvSpPr>
              <p:spPr>
                <a:xfrm>
                  <a:off x="1508717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3" name="Flussdiagramm: Manuelle Verarbeitung 52">
                  <a:extLst>
                    <a:ext uri="{FF2B5EF4-FFF2-40B4-BE49-F238E27FC236}">
                      <a16:creationId xmlns:a16="http://schemas.microsoft.com/office/drawing/2014/main" id="{9D46D2DA-05F8-2F5E-8243-64EAADBAA4A1}"/>
                    </a:ext>
                  </a:extLst>
                </p:cNvPr>
                <p:cNvSpPr/>
                <p:nvPr/>
              </p:nvSpPr>
              <p:spPr>
                <a:xfrm>
                  <a:off x="1729333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4" name="Flussdiagramm: Manuelle Verarbeitung 53">
                  <a:extLst>
                    <a:ext uri="{FF2B5EF4-FFF2-40B4-BE49-F238E27FC236}">
                      <a16:creationId xmlns:a16="http://schemas.microsoft.com/office/drawing/2014/main" id="{1EAB0EAA-876C-3F06-FF0F-BEC81AF8085B}"/>
                    </a:ext>
                  </a:extLst>
                </p:cNvPr>
                <p:cNvSpPr/>
                <p:nvPr/>
              </p:nvSpPr>
              <p:spPr>
                <a:xfrm>
                  <a:off x="1949949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5" name="Flussdiagramm: Manuelle Verarbeitung 54">
                  <a:extLst>
                    <a:ext uri="{FF2B5EF4-FFF2-40B4-BE49-F238E27FC236}">
                      <a16:creationId xmlns:a16="http://schemas.microsoft.com/office/drawing/2014/main" id="{A515D8AB-24AB-F150-30E1-F8172B09E0B0}"/>
                    </a:ext>
                  </a:extLst>
                </p:cNvPr>
                <p:cNvSpPr/>
                <p:nvPr/>
              </p:nvSpPr>
              <p:spPr>
                <a:xfrm>
                  <a:off x="2170565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57" name="Gruppieren 56">
                <a:extLst>
                  <a:ext uri="{FF2B5EF4-FFF2-40B4-BE49-F238E27FC236}">
                    <a16:creationId xmlns:a16="http://schemas.microsoft.com/office/drawing/2014/main" id="{38E3A2E8-B935-A57C-B2D5-9B2C0010325D}"/>
                  </a:ext>
                </a:extLst>
              </p:cNvPr>
              <p:cNvGrpSpPr/>
              <p:nvPr/>
            </p:nvGrpSpPr>
            <p:grpSpPr>
              <a:xfrm rot="5400000">
                <a:off x="4811957" y="1910258"/>
                <a:ext cx="1432152" cy="215687"/>
                <a:chOff x="626253" y="2437878"/>
                <a:chExt cx="1771191" cy="240631"/>
              </a:xfrm>
            </p:grpSpPr>
            <p:sp>
              <p:nvSpPr>
                <p:cNvPr id="58" name="Flussdiagramm: Manuelle Verarbeitung 57">
                  <a:extLst>
                    <a:ext uri="{FF2B5EF4-FFF2-40B4-BE49-F238E27FC236}">
                      <a16:creationId xmlns:a16="http://schemas.microsoft.com/office/drawing/2014/main" id="{46F2C0A7-3A59-A20D-D8ED-BD620A7906A5}"/>
                    </a:ext>
                  </a:extLst>
                </p:cNvPr>
                <p:cNvSpPr/>
                <p:nvPr/>
              </p:nvSpPr>
              <p:spPr>
                <a:xfrm>
                  <a:off x="626253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9" name="Flussdiagramm: Manuelle Verarbeitung 58">
                  <a:extLst>
                    <a:ext uri="{FF2B5EF4-FFF2-40B4-BE49-F238E27FC236}">
                      <a16:creationId xmlns:a16="http://schemas.microsoft.com/office/drawing/2014/main" id="{4CB0017A-A6DD-5DA2-068B-B2419940DC11}"/>
                    </a:ext>
                  </a:extLst>
                </p:cNvPr>
                <p:cNvSpPr/>
                <p:nvPr/>
              </p:nvSpPr>
              <p:spPr>
                <a:xfrm>
                  <a:off x="846869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0" name="Flussdiagramm: Manuelle Verarbeitung 59">
                  <a:extLst>
                    <a:ext uri="{FF2B5EF4-FFF2-40B4-BE49-F238E27FC236}">
                      <a16:creationId xmlns:a16="http://schemas.microsoft.com/office/drawing/2014/main" id="{83CC636B-730C-42E2-2E9D-069AD4CD68BC}"/>
                    </a:ext>
                  </a:extLst>
                </p:cNvPr>
                <p:cNvSpPr/>
                <p:nvPr/>
              </p:nvSpPr>
              <p:spPr>
                <a:xfrm>
                  <a:off x="1067485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1" name="Flussdiagramm: Manuelle Verarbeitung 60">
                  <a:extLst>
                    <a:ext uri="{FF2B5EF4-FFF2-40B4-BE49-F238E27FC236}">
                      <a16:creationId xmlns:a16="http://schemas.microsoft.com/office/drawing/2014/main" id="{DB933D90-2493-2DE0-85D0-EE26954EB73C}"/>
                    </a:ext>
                  </a:extLst>
                </p:cNvPr>
                <p:cNvSpPr/>
                <p:nvPr/>
              </p:nvSpPr>
              <p:spPr>
                <a:xfrm>
                  <a:off x="1288101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2" name="Flussdiagramm: Manuelle Verarbeitung 61">
                  <a:extLst>
                    <a:ext uri="{FF2B5EF4-FFF2-40B4-BE49-F238E27FC236}">
                      <a16:creationId xmlns:a16="http://schemas.microsoft.com/office/drawing/2014/main" id="{9B3DC101-0E27-52CF-DACC-2CFA5763B323}"/>
                    </a:ext>
                  </a:extLst>
                </p:cNvPr>
                <p:cNvSpPr/>
                <p:nvPr/>
              </p:nvSpPr>
              <p:spPr>
                <a:xfrm>
                  <a:off x="1508717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3" name="Flussdiagramm: Manuelle Verarbeitung 62">
                  <a:extLst>
                    <a:ext uri="{FF2B5EF4-FFF2-40B4-BE49-F238E27FC236}">
                      <a16:creationId xmlns:a16="http://schemas.microsoft.com/office/drawing/2014/main" id="{2C8CF50F-E97D-8CD8-E543-B9B3A005660C}"/>
                    </a:ext>
                  </a:extLst>
                </p:cNvPr>
                <p:cNvSpPr/>
                <p:nvPr/>
              </p:nvSpPr>
              <p:spPr>
                <a:xfrm>
                  <a:off x="1729333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4" name="Flussdiagramm: Manuelle Verarbeitung 63">
                  <a:extLst>
                    <a:ext uri="{FF2B5EF4-FFF2-40B4-BE49-F238E27FC236}">
                      <a16:creationId xmlns:a16="http://schemas.microsoft.com/office/drawing/2014/main" id="{29C76EE0-0D47-CAC7-EFDE-691B3F776BC3}"/>
                    </a:ext>
                  </a:extLst>
                </p:cNvPr>
                <p:cNvSpPr/>
                <p:nvPr/>
              </p:nvSpPr>
              <p:spPr>
                <a:xfrm>
                  <a:off x="1949949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5" name="Flussdiagramm: Manuelle Verarbeitung 64">
                  <a:extLst>
                    <a:ext uri="{FF2B5EF4-FFF2-40B4-BE49-F238E27FC236}">
                      <a16:creationId xmlns:a16="http://schemas.microsoft.com/office/drawing/2014/main" id="{EFC83459-DD95-3176-6D1B-BD1A1339E60A}"/>
                    </a:ext>
                  </a:extLst>
                </p:cNvPr>
                <p:cNvSpPr/>
                <p:nvPr/>
              </p:nvSpPr>
              <p:spPr>
                <a:xfrm>
                  <a:off x="2170565" y="2437878"/>
                  <a:ext cx="226879" cy="24063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cxnSp>
            <p:nvCxnSpPr>
              <p:cNvPr id="93" name="Verbinder: gekrümmt 92">
                <a:extLst>
                  <a:ext uri="{FF2B5EF4-FFF2-40B4-BE49-F238E27FC236}">
                    <a16:creationId xmlns:a16="http://schemas.microsoft.com/office/drawing/2014/main" id="{59442A58-2000-54CD-EE73-00820995A355}"/>
                  </a:ext>
                </a:extLst>
              </p:cNvPr>
              <p:cNvCxnSpPr>
                <a:cxnSpLocks/>
                <a:stCxn id="5467" idx="0"/>
                <a:endCxn id="5465" idx="0"/>
              </p:cNvCxnSpPr>
              <p:nvPr/>
            </p:nvCxnSpPr>
            <p:spPr>
              <a:xfrm rot="5400000" flipH="1" flipV="1">
                <a:off x="3726067" y="1427031"/>
                <a:ext cx="12700" cy="1342793"/>
              </a:xfrm>
              <a:prstGeom prst="curved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pic>
            <p:nvPicPr>
              <p:cNvPr id="5122" name="Picture 2" descr="Zahnräder - Kostenlose ui-Icons">
                <a:extLst>
                  <a:ext uri="{FF2B5EF4-FFF2-40B4-BE49-F238E27FC236}">
                    <a16:creationId xmlns:a16="http://schemas.microsoft.com/office/drawing/2014/main" id="{E55B4F39-53EC-CA1F-BA68-360FA24293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5413" y="1716684"/>
                <a:ext cx="409911" cy="3697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465" name="Grafik 5464" descr="Ein Bild, das Screenshot enthält.&#10;&#10;KI-generierte Inhalte können fehlerhaft sein.">
              <a:extLst>
                <a:ext uri="{FF2B5EF4-FFF2-40B4-BE49-F238E27FC236}">
                  <a16:creationId xmlns:a16="http://schemas.microsoft.com/office/drawing/2014/main" id="{05D2E00C-4B51-C3E3-4C71-846291F8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33244" y="1897259"/>
              <a:ext cx="1128440" cy="406928"/>
            </a:xfrm>
            <a:prstGeom prst="rect">
              <a:avLst/>
            </a:prstGeom>
          </p:spPr>
        </p:pic>
        <p:pic>
          <p:nvPicPr>
            <p:cNvPr id="5467" name="Grafik 5466" descr="Ein Bild, das Screenshot enthält.&#10;&#10;KI-generierte Inhalte können fehlerhaft sein.">
              <a:extLst>
                <a:ext uri="{FF2B5EF4-FFF2-40B4-BE49-F238E27FC236}">
                  <a16:creationId xmlns:a16="http://schemas.microsoft.com/office/drawing/2014/main" id="{21FA03B0-B33F-A130-470E-A09CB3C5F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490451" y="1897259"/>
              <a:ext cx="1128440" cy="406928"/>
            </a:xfrm>
            <a:prstGeom prst="rect">
              <a:avLst/>
            </a:prstGeom>
          </p:spPr>
        </p:pic>
      </p:grpSp>
      <p:grpSp>
        <p:nvGrpSpPr>
          <p:cNvPr id="5514" name="Gruppieren 5513">
            <a:extLst>
              <a:ext uri="{FF2B5EF4-FFF2-40B4-BE49-F238E27FC236}">
                <a16:creationId xmlns:a16="http://schemas.microsoft.com/office/drawing/2014/main" id="{9684C0CB-A5D0-70C0-8160-1185BAE86FF2}"/>
              </a:ext>
            </a:extLst>
          </p:cNvPr>
          <p:cNvGrpSpPr/>
          <p:nvPr/>
        </p:nvGrpSpPr>
        <p:grpSpPr>
          <a:xfrm>
            <a:off x="2159160" y="2839471"/>
            <a:ext cx="3782529" cy="1493624"/>
            <a:chOff x="1654476" y="2809497"/>
            <a:chExt cx="3782529" cy="1493624"/>
          </a:xfrm>
        </p:grpSpPr>
        <p:pic>
          <p:nvPicPr>
            <p:cNvPr id="168" name="Picture 2">
              <a:extLst>
                <a:ext uri="{FF2B5EF4-FFF2-40B4-BE49-F238E27FC236}">
                  <a16:creationId xmlns:a16="http://schemas.microsoft.com/office/drawing/2014/main" id="{3A1BC940-703F-4FA4-CA26-A4FFCF149A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8510" y="3860244"/>
              <a:ext cx="1213026" cy="428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9" name="Picture 2">
              <a:extLst>
                <a:ext uri="{FF2B5EF4-FFF2-40B4-BE49-F238E27FC236}">
                  <a16:creationId xmlns:a16="http://schemas.microsoft.com/office/drawing/2014/main" id="{84EF0D15-8FE1-6660-C110-9AD1FBA0C5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847918" y="3874170"/>
              <a:ext cx="1213026" cy="428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6" name="Picture 6">
              <a:extLst>
                <a:ext uri="{FF2B5EF4-FFF2-40B4-BE49-F238E27FC236}">
                  <a16:creationId xmlns:a16="http://schemas.microsoft.com/office/drawing/2014/main" id="{C64A6335-5EA9-A768-7132-F2A11ED262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3302" y="2912543"/>
              <a:ext cx="833703" cy="618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3" name="Picture 6">
              <a:extLst>
                <a:ext uri="{FF2B5EF4-FFF2-40B4-BE49-F238E27FC236}">
                  <a16:creationId xmlns:a16="http://schemas.microsoft.com/office/drawing/2014/main" id="{D62C85EA-2580-BD7F-69ED-D0D0C0C984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4476" y="2927900"/>
              <a:ext cx="833703" cy="618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4" name="Picture 6">
              <a:extLst>
                <a:ext uri="{FF2B5EF4-FFF2-40B4-BE49-F238E27FC236}">
                  <a16:creationId xmlns:a16="http://schemas.microsoft.com/office/drawing/2014/main" id="{E1167BDF-441F-7F56-9CE7-F70B3456DA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7602" y="2809497"/>
              <a:ext cx="833703" cy="618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75" name="Verbinder: gekrümmt 174">
              <a:extLst>
                <a:ext uri="{FF2B5EF4-FFF2-40B4-BE49-F238E27FC236}">
                  <a16:creationId xmlns:a16="http://schemas.microsoft.com/office/drawing/2014/main" id="{E919BA5F-643A-BC5B-B15D-C6009CC0A3A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551869" y="2982772"/>
              <a:ext cx="10269" cy="1868675"/>
            </a:xfrm>
            <a:prstGeom prst="curvedConnector3">
              <a:avLst>
                <a:gd name="adj1" fmla="val 2966920"/>
              </a:avLst>
            </a:prstGeom>
            <a:ln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pic>
          <p:nvPicPr>
            <p:cNvPr id="170" name="Picture 2" descr="Zahnräder - Kostenlose ui-Icons">
              <a:extLst>
                <a:ext uri="{FF2B5EF4-FFF2-40B4-BE49-F238E27FC236}">
                  <a16:creationId xmlns:a16="http://schemas.microsoft.com/office/drawing/2014/main" id="{C0FB7C28-8E63-F6A8-EB2A-DF743AEDF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047" y="3469227"/>
              <a:ext cx="409911" cy="369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474" name="Gerade Verbindung mit Pfeil 5473">
              <a:extLst>
                <a:ext uri="{FF2B5EF4-FFF2-40B4-BE49-F238E27FC236}">
                  <a16:creationId xmlns:a16="http://schemas.microsoft.com/office/drawing/2014/main" id="{60A9DE76-532B-6173-5D15-9911AAB5F4C0}"/>
                </a:ext>
              </a:extLst>
            </p:cNvPr>
            <p:cNvCxnSpPr>
              <a:cxnSpLocks/>
              <a:stCxn id="173" idx="3"/>
              <a:endCxn id="174" idx="1"/>
            </p:cNvCxnSpPr>
            <p:nvPr/>
          </p:nvCxnSpPr>
          <p:spPr>
            <a:xfrm flipV="1">
              <a:off x="2488179" y="3118774"/>
              <a:ext cx="639423" cy="11840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7" name="Gerade Verbindung mit Pfeil 5476">
              <a:extLst>
                <a:ext uri="{FF2B5EF4-FFF2-40B4-BE49-F238E27FC236}">
                  <a16:creationId xmlns:a16="http://schemas.microsoft.com/office/drawing/2014/main" id="{6672F8D4-E97E-3D49-84CE-1B1EA052E061}"/>
                </a:ext>
              </a:extLst>
            </p:cNvPr>
            <p:cNvCxnSpPr>
              <a:cxnSpLocks/>
              <a:stCxn id="174" idx="3"/>
              <a:endCxn id="5126" idx="1"/>
            </p:cNvCxnSpPr>
            <p:nvPr/>
          </p:nvCxnSpPr>
          <p:spPr>
            <a:xfrm>
              <a:off x="3961305" y="3118774"/>
              <a:ext cx="641997" cy="10304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81" name="Gewitterblitz 5480">
              <a:extLst>
                <a:ext uri="{FF2B5EF4-FFF2-40B4-BE49-F238E27FC236}">
                  <a16:creationId xmlns:a16="http://schemas.microsoft.com/office/drawing/2014/main" id="{504AE7B8-552B-7C40-62A0-D79147319C62}"/>
                </a:ext>
              </a:extLst>
            </p:cNvPr>
            <p:cNvSpPr/>
            <p:nvPr/>
          </p:nvSpPr>
          <p:spPr>
            <a:xfrm>
              <a:off x="2939557" y="3235746"/>
              <a:ext cx="284480" cy="309277"/>
            </a:xfrm>
            <a:prstGeom prst="lightningBol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82" name="Gewitterblitz 5481">
              <a:extLst>
                <a:ext uri="{FF2B5EF4-FFF2-40B4-BE49-F238E27FC236}">
                  <a16:creationId xmlns:a16="http://schemas.microsoft.com/office/drawing/2014/main" id="{27E7BD62-7B84-992E-E3B3-F252F9CD5EBA}"/>
                </a:ext>
              </a:extLst>
            </p:cNvPr>
            <p:cNvSpPr/>
            <p:nvPr/>
          </p:nvSpPr>
          <p:spPr>
            <a:xfrm rot="3861654">
              <a:off x="3951966" y="3249158"/>
              <a:ext cx="284480" cy="309277"/>
            </a:xfrm>
            <a:prstGeom prst="lightningBol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pic>
        <p:nvPicPr>
          <p:cNvPr id="5483" name="Picture 2">
            <a:extLst>
              <a:ext uri="{FF2B5EF4-FFF2-40B4-BE49-F238E27FC236}">
                <a16:creationId xmlns:a16="http://schemas.microsoft.com/office/drawing/2014/main" id="{B60EDA12-5CCE-ADB8-DF13-65576338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160" y="5615936"/>
            <a:ext cx="1213026" cy="428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84" name="Picture 2">
            <a:extLst>
              <a:ext uri="{FF2B5EF4-FFF2-40B4-BE49-F238E27FC236}">
                <a16:creationId xmlns:a16="http://schemas.microsoft.com/office/drawing/2014/main" id="{70851017-3101-E3C6-EE90-AD35F9901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968568" y="5629862"/>
            <a:ext cx="1213026" cy="428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488" name="Verbinder: gekrümmt 5487">
            <a:extLst>
              <a:ext uri="{FF2B5EF4-FFF2-40B4-BE49-F238E27FC236}">
                <a16:creationId xmlns:a16="http://schemas.microsoft.com/office/drawing/2014/main" id="{F94A287B-6482-ADB0-FADC-8E4819DE708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72519" y="4738464"/>
            <a:ext cx="10269" cy="1868675"/>
          </a:xfrm>
          <a:prstGeom prst="curvedConnector3">
            <a:avLst>
              <a:gd name="adj1" fmla="val 2966920"/>
            </a:avLst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5489" name="Picture 2" descr="Zahnräder - Kostenlose ui-Icons">
            <a:extLst>
              <a:ext uri="{FF2B5EF4-FFF2-40B4-BE49-F238E27FC236}">
                <a16:creationId xmlns:a16="http://schemas.microsoft.com/office/drawing/2014/main" id="{3AA31C43-494F-AAB1-F609-7106A8063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697" y="5224919"/>
            <a:ext cx="409911" cy="369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96" name="Picture 2">
            <a:extLst>
              <a:ext uri="{FF2B5EF4-FFF2-40B4-BE49-F238E27FC236}">
                <a16:creationId xmlns:a16="http://schemas.microsoft.com/office/drawing/2014/main" id="{142411DC-C0CF-95AB-56B9-6F7BB9654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333" y="4793265"/>
            <a:ext cx="1213026" cy="428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97" name="Picture 2">
            <a:extLst>
              <a:ext uri="{FF2B5EF4-FFF2-40B4-BE49-F238E27FC236}">
                <a16:creationId xmlns:a16="http://schemas.microsoft.com/office/drawing/2014/main" id="{6F607C9B-96C5-CF98-0E46-F234E4AAA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989741" y="4807191"/>
            <a:ext cx="1213026" cy="428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498" name="Verbinder: gekrümmt 5497">
            <a:extLst>
              <a:ext uri="{FF2B5EF4-FFF2-40B4-BE49-F238E27FC236}">
                <a16:creationId xmlns:a16="http://schemas.microsoft.com/office/drawing/2014/main" id="{05FCA260-0C18-C26F-AC6D-235B69E30EE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93692" y="3915793"/>
            <a:ext cx="10269" cy="1868675"/>
          </a:xfrm>
          <a:prstGeom prst="curvedConnector3">
            <a:avLst>
              <a:gd name="adj1" fmla="val 2966920"/>
            </a:avLst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500" name="Picture 6">
            <a:extLst>
              <a:ext uri="{FF2B5EF4-FFF2-40B4-BE49-F238E27FC236}">
                <a16:creationId xmlns:a16="http://schemas.microsoft.com/office/drawing/2014/main" id="{67F4EB76-6F94-ED69-F541-1FC8D311E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065" y="5535060"/>
            <a:ext cx="833703" cy="61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01" name="Picture 6">
            <a:extLst>
              <a:ext uri="{FF2B5EF4-FFF2-40B4-BE49-F238E27FC236}">
                <a16:creationId xmlns:a16="http://schemas.microsoft.com/office/drawing/2014/main" id="{38505F4D-88E5-D9F1-31EC-322AC92A6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065" y="4603662"/>
            <a:ext cx="833703" cy="61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02" name="Gerade Verbindung mit Pfeil 5501">
            <a:extLst>
              <a:ext uri="{FF2B5EF4-FFF2-40B4-BE49-F238E27FC236}">
                <a16:creationId xmlns:a16="http://schemas.microsoft.com/office/drawing/2014/main" id="{B8E8DCB1-7FDD-7D80-BAEE-78AEEB380E42}"/>
              </a:ext>
            </a:extLst>
          </p:cNvPr>
          <p:cNvCxnSpPr>
            <a:cxnSpLocks/>
            <a:stCxn id="5501" idx="2"/>
            <a:endCxn id="5500" idx="0"/>
          </p:cNvCxnSpPr>
          <p:nvPr/>
        </p:nvCxnSpPr>
        <p:spPr>
          <a:xfrm>
            <a:off x="5631917" y="5222216"/>
            <a:ext cx="0" cy="3128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9" name="Gewitterblitz 5508">
            <a:extLst>
              <a:ext uri="{FF2B5EF4-FFF2-40B4-BE49-F238E27FC236}">
                <a16:creationId xmlns:a16="http://schemas.microsoft.com/office/drawing/2014/main" id="{CC68326D-FD0C-6120-4C43-ECA9CBE711A1}"/>
              </a:ext>
            </a:extLst>
          </p:cNvPr>
          <p:cNvSpPr/>
          <p:nvPr/>
        </p:nvSpPr>
        <p:spPr>
          <a:xfrm rot="1748618">
            <a:off x="3281287" y="5069730"/>
            <a:ext cx="765890" cy="680156"/>
          </a:xfrm>
          <a:prstGeom prst="lightningBol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17" name="Gewitterblitz 5516">
            <a:extLst>
              <a:ext uri="{FF2B5EF4-FFF2-40B4-BE49-F238E27FC236}">
                <a16:creationId xmlns:a16="http://schemas.microsoft.com/office/drawing/2014/main" id="{DCB806E4-1DEF-9640-8D33-DB97BEA695D0}"/>
              </a:ext>
            </a:extLst>
          </p:cNvPr>
          <p:cNvSpPr/>
          <p:nvPr/>
        </p:nvSpPr>
        <p:spPr>
          <a:xfrm rot="6507811">
            <a:off x="5000914" y="5155013"/>
            <a:ext cx="361360" cy="509590"/>
          </a:xfrm>
          <a:prstGeom prst="lightningBol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D11BCFB-A354-59B2-AAD0-A1B9F1BDD1DF}"/>
              </a:ext>
            </a:extLst>
          </p:cNvPr>
          <p:cNvSpPr/>
          <p:nvPr/>
        </p:nvSpPr>
        <p:spPr>
          <a:xfrm>
            <a:off x="492698" y="1337123"/>
            <a:ext cx="514930" cy="4982396"/>
          </a:xfrm>
          <a:prstGeom prst="rect">
            <a:avLst/>
          </a:prstGeom>
          <a:gradFill>
            <a:gsLst>
              <a:gs pos="47000">
                <a:srgbClr val="FFC000"/>
              </a:gs>
              <a:gs pos="0">
                <a:srgbClr val="00B050"/>
              </a:gs>
              <a:gs pos="100000">
                <a:srgbClr val="CC3232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DB48503-CDDC-7758-2644-8A7542EB9E0B}"/>
              </a:ext>
            </a:extLst>
          </p:cNvPr>
          <p:cNvSpPr txBox="1"/>
          <p:nvPr/>
        </p:nvSpPr>
        <p:spPr>
          <a:xfrm>
            <a:off x="119268" y="967791"/>
            <a:ext cx="1499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Interferenzen</a:t>
            </a:r>
          </a:p>
        </p:txBody>
      </p:sp>
    </p:spTree>
    <p:extLst>
      <p:ext uri="{BB962C8B-B14F-4D97-AF65-F5344CB8AC3E}">
        <p14:creationId xmlns:p14="http://schemas.microsoft.com/office/powerpoint/2010/main" val="2473121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1342E-C278-BD23-7FBF-EA9794509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5625FC2B-7C29-F2BD-560C-2CDFE37CE04D}"/>
              </a:ext>
            </a:extLst>
          </p:cNvPr>
          <p:cNvSpPr/>
          <p:nvPr/>
        </p:nvSpPr>
        <p:spPr>
          <a:xfrm>
            <a:off x="-1" y="0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123D1CCC-E999-189E-4662-8CAD3866DAEE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Ergebnisse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FC47E52-5F42-8A1D-4763-855AE0EFA1EB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EDBC15-1D17-005C-8F0D-D76E8466C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A01FB1D-8E79-DA20-7206-D55C10E7E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12</a:t>
            </a:fld>
            <a:endParaRPr lang="de-DE"/>
          </a:p>
        </p:txBody>
      </p:sp>
      <p:pic>
        <p:nvPicPr>
          <p:cNvPr id="3" name="Grafik 2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A8DAA63F-0E89-8AE0-171A-BFE78FE7D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02" y="1064374"/>
            <a:ext cx="5851906" cy="2700880"/>
          </a:xfrm>
          <a:prstGeom prst="rect">
            <a:avLst/>
          </a:prstGeom>
        </p:spPr>
      </p:pic>
      <p:pic>
        <p:nvPicPr>
          <p:cNvPr id="10" name="Grafik 9" descr="Ein Bild, das Tex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117B0BA0-C59C-D638-C7C4-CC6C122ED5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02" y="3738278"/>
            <a:ext cx="5851906" cy="2700880"/>
          </a:xfrm>
          <a:prstGeom prst="rect">
            <a:avLst/>
          </a:prstGeom>
        </p:spPr>
      </p:pic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B3DC7CD1-5FA2-CEDC-4CAE-B2F4457D9277}"/>
              </a:ext>
            </a:extLst>
          </p:cNvPr>
          <p:cNvCxnSpPr>
            <a:cxnSpLocks/>
          </p:cNvCxnSpPr>
          <p:nvPr/>
        </p:nvCxnSpPr>
        <p:spPr>
          <a:xfrm>
            <a:off x="6911541" y="1369543"/>
            <a:ext cx="0" cy="4634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151DB5CF-4608-3A3F-6EF0-582805C07328}"/>
              </a:ext>
            </a:extLst>
          </p:cNvPr>
          <p:cNvSpPr txBox="1"/>
          <p:nvPr/>
        </p:nvSpPr>
        <p:spPr>
          <a:xfrm>
            <a:off x="7139645" y="1555036"/>
            <a:ext cx="472762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Maximalwerte von UDP- und TCP- Testdurchgängen sehr ähnlich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 err="1"/>
              <a:t>Qdisc</a:t>
            </a:r>
            <a:r>
              <a:rPr lang="de-DE" dirty="0"/>
              <a:t> hat positiven Effekt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HTB-</a:t>
            </a:r>
            <a:r>
              <a:rPr lang="de-DE" dirty="0" err="1"/>
              <a:t>Qdisc</a:t>
            </a:r>
            <a:r>
              <a:rPr lang="de-DE" dirty="0"/>
              <a:t> hat bei 4-5-40 sehr schlechte Auswirkungen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6-6-160 hat bei allen Konfigurationen am besten abgeschnitten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Alle QoS Konfigurationen liefern bessere Ergebnisse als ohne QoS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8063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5E9B4-5AFF-0815-F37B-B09E681DA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7967B59-2848-1065-BD61-3D166F0D579F}"/>
              </a:ext>
            </a:extLst>
          </p:cNvPr>
          <p:cNvSpPr/>
          <p:nvPr/>
        </p:nvSpPr>
        <p:spPr>
          <a:xfrm>
            <a:off x="-1" y="0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944A72C7-81C9-8609-E329-2409E836162D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Ergebnisse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73FF937-6CFC-D8EC-B31C-A18507F351AC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E4C1B5-8B01-A275-1DB3-4EB8728E5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BE018B0-03B0-6AE2-DDED-2165FC2D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13</a:t>
            </a:fld>
            <a:endParaRPr lang="de-DE"/>
          </a:p>
        </p:txBody>
      </p:sp>
      <p:pic>
        <p:nvPicPr>
          <p:cNvPr id="4" name="Grafik 3" descr="Ein Bild, das Text, Reihe, Diagramm, Steigung enthält.&#10;&#10;KI-generierte Inhalte können fehlerhaft sein.">
            <a:extLst>
              <a:ext uri="{FF2B5EF4-FFF2-40B4-BE49-F238E27FC236}">
                <a16:creationId xmlns:a16="http://schemas.microsoft.com/office/drawing/2014/main" id="{0ECF3BFC-E552-BB66-2EEF-4B93ED840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13" y="1064374"/>
            <a:ext cx="5686222" cy="2624410"/>
          </a:xfrm>
          <a:prstGeom prst="rect">
            <a:avLst/>
          </a:prstGeom>
        </p:spPr>
      </p:pic>
      <p:pic>
        <p:nvPicPr>
          <p:cNvPr id="13" name="Grafik 12" descr="Ein Bild, das Text, Diagramm, Reihe, Steigung enthält.&#10;&#10;KI-generierte Inhalte können fehlerhaft sein.">
            <a:extLst>
              <a:ext uri="{FF2B5EF4-FFF2-40B4-BE49-F238E27FC236}">
                <a16:creationId xmlns:a16="http://schemas.microsoft.com/office/drawing/2014/main" id="{1BFF3FF0-903B-5F22-0599-BAB979062A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13" y="3688784"/>
            <a:ext cx="5559563" cy="2565952"/>
          </a:xfrm>
          <a:prstGeom prst="rect">
            <a:avLst/>
          </a:prstGeom>
        </p:spPr>
      </p:pic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FADB475B-3AC0-F8FA-327E-776AF645C47A}"/>
              </a:ext>
            </a:extLst>
          </p:cNvPr>
          <p:cNvCxnSpPr>
            <a:cxnSpLocks/>
          </p:cNvCxnSpPr>
          <p:nvPr/>
        </p:nvCxnSpPr>
        <p:spPr>
          <a:xfrm>
            <a:off x="6911541" y="1369543"/>
            <a:ext cx="0" cy="4634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BFF41373-52AB-B565-4E87-9D3951BC45B0}"/>
              </a:ext>
            </a:extLst>
          </p:cNvPr>
          <p:cNvSpPr txBox="1"/>
          <p:nvPr/>
        </p:nvSpPr>
        <p:spPr>
          <a:xfrm>
            <a:off x="7043765" y="2393919"/>
            <a:ext cx="47276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HTB-Queue schneidet am besten ab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TCP liefert deutlich bessere Ergebnisse als UDP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Testfall 6-6-160 schneidet erneut sehr gut ab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6303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070CD-D95B-3FB9-4FF3-A7CA951D5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E504C6B0-18CB-E81A-E566-8B4D86FCC6BF}"/>
              </a:ext>
            </a:extLst>
          </p:cNvPr>
          <p:cNvSpPr/>
          <p:nvPr/>
        </p:nvSpPr>
        <p:spPr>
          <a:xfrm>
            <a:off x="-1" y="0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4F536548-9408-0A41-9F9A-9A11215985CA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Ergebnisse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1C4C169-FED0-1624-CDCD-EE74AF4F66A8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6BE6EF-99DE-E95A-A29A-DBC1DC886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66EA449-A279-92D8-81C6-855078652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14</a:t>
            </a:fld>
            <a:endParaRPr lang="de-DE"/>
          </a:p>
        </p:txBody>
      </p:sp>
      <p:pic>
        <p:nvPicPr>
          <p:cNvPr id="9" name="Grafik 8" descr="Ein Bild, das Text, Karte, Kreis, Diagramm enthält.&#10;&#10;KI-generierte Inhalte können fehlerhaft sein.">
            <a:extLst>
              <a:ext uri="{FF2B5EF4-FFF2-40B4-BE49-F238E27FC236}">
                <a16:creationId xmlns:a16="http://schemas.microsoft.com/office/drawing/2014/main" id="{43AC9BF8-CFBF-64A8-7B59-C46A96A88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79" y="2437087"/>
            <a:ext cx="3606037" cy="3606037"/>
          </a:xfrm>
          <a:prstGeom prst="rect">
            <a:avLst/>
          </a:prstGeom>
        </p:spPr>
      </p:pic>
      <p:pic>
        <p:nvPicPr>
          <p:cNvPr id="12" name="Grafik 11" descr="Ein Bild, das Kreis, Text, Diagramm enthält.&#10;&#10;KI-generierte Inhalte können fehlerhaft sein.">
            <a:extLst>
              <a:ext uri="{FF2B5EF4-FFF2-40B4-BE49-F238E27FC236}">
                <a16:creationId xmlns:a16="http://schemas.microsoft.com/office/drawing/2014/main" id="{8CC36E25-61ED-A949-B0A6-FBE8BBA826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893" y="2437087"/>
            <a:ext cx="3606036" cy="3606036"/>
          </a:xfrm>
          <a:prstGeom prst="rect">
            <a:avLst/>
          </a:prstGeom>
        </p:spPr>
      </p:pic>
      <p:pic>
        <p:nvPicPr>
          <p:cNvPr id="15" name="Grafik 14" descr="Ein Bild, das Kreis, Karte, Kompass enthält.&#10;&#10;KI-generierte Inhalte können fehlerhaft sein.">
            <a:extLst>
              <a:ext uri="{FF2B5EF4-FFF2-40B4-BE49-F238E27FC236}">
                <a16:creationId xmlns:a16="http://schemas.microsoft.com/office/drawing/2014/main" id="{9BE5F7D3-812A-EAE9-2DAF-5F30FD9CBF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236" y="2437087"/>
            <a:ext cx="3606036" cy="3606036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C2A77DE7-76FA-7711-7791-278E5F746FF6}"/>
              </a:ext>
            </a:extLst>
          </p:cNvPr>
          <p:cNvSpPr/>
          <p:nvPr/>
        </p:nvSpPr>
        <p:spPr>
          <a:xfrm rot="16200000">
            <a:off x="5800671" y="-3670690"/>
            <a:ext cx="514930" cy="11029591"/>
          </a:xfrm>
          <a:prstGeom prst="rect">
            <a:avLst/>
          </a:prstGeom>
          <a:gradFill>
            <a:gsLst>
              <a:gs pos="47000">
                <a:srgbClr val="FFC000"/>
              </a:gs>
              <a:gs pos="0">
                <a:srgbClr val="00B050"/>
              </a:gs>
              <a:gs pos="100000">
                <a:srgbClr val="CC3232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7870AD4-6402-7C8B-25FA-6BCC40A1152A}"/>
              </a:ext>
            </a:extLst>
          </p:cNvPr>
          <p:cNvSpPr txBox="1"/>
          <p:nvPr/>
        </p:nvSpPr>
        <p:spPr>
          <a:xfrm>
            <a:off x="5109225" y="1186530"/>
            <a:ext cx="17560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/>
              <a:t>Interferenzen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3263034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176FE-281F-C919-CBE4-E2DD94E6A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9D60508-69AF-C590-4828-A34B3CF5780C}"/>
              </a:ext>
            </a:extLst>
          </p:cNvPr>
          <p:cNvSpPr/>
          <p:nvPr/>
        </p:nvSpPr>
        <p:spPr>
          <a:xfrm>
            <a:off x="-1" y="0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68BDCC7D-859C-ABF5-CADA-58B41F12C815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Ergebnisse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19B3D6F-6CF2-9026-D87E-D4D2D74B4367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A0DA6E-0329-7530-7D5A-963561F42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517F1C3-96A8-5C6A-6D82-B03D6994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15</a:t>
            </a:fld>
            <a:endParaRPr lang="de-DE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F413D426-298D-AB5D-4BB5-FBFAFAB012A6}"/>
              </a:ext>
            </a:extLst>
          </p:cNvPr>
          <p:cNvCxnSpPr>
            <a:cxnSpLocks/>
          </p:cNvCxnSpPr>
          <p:nvPr/>
        </p:nvCxnSpPr>
        <p:spPr>
          <a:xfrm>
            <a:off x="6127768" y="1369543"/>
            <a:ext cx="0" cy="4634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84C5A90F-71E8-AD78-F41E-38CED26685FA}"/>
              </a:ext>
            </a:extLst>
          </p:cNvPr>
          <p:cNvSpPr txBox="1"/>
          <p:nvPr/>
        </p:nvSpPr>
        <p:spPr>
          <a:xfrm>
            <a:off x="7125895" y="1248770"/>
            <a:ext cx="4727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pic>
        <p:nvPicPr>
          <p:cNvPr id="16" name="Grafik 15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D7791440-A9D0-E980-6406-6EFB4B7A6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13" y="1443509"/>
            <a:ext cx="5636922" cy="4307603"/>
          </a:xfrm>
          <a:prstGeom prst="rect">
            <a:avLst/>
          </a:prstGeom>
        </p:spPr>
      </p:pic>
      <p:graphicFrame>
        <p:nvGraphicFramePr>
          <p:cNvPr id="22" name="Diagramm 21">
            <a:extLst>
              <a:ext uri="{FF2B5EF4-FFF2-40B4-BE49-F238E27FC236}">
                <a16:creationId xmlns:a16="http://schemas.microsoft.com/office/drawing/2014/main" id="{ECDD9B49-41BA-04D1-CBF2-02001C7287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9998300"/>
              </p:ext>
            </p:extLst>
          </p:nvPr>
        </p:nvGraphicFramePr>
        <p:xfrm>
          <a:off x="6391005" y="1622889"/>
          <a:ext cx="5822666" cy="39488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1061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67E2C-4C7D-3839-E91D-0E0696A5A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B2299406-E0AA-D815-A87C-070C30C984B5}"/>
              </a:ext>
            </a:extLst>
          </p:cNvPr>
          <p:cNvSpPr/>
          <p:nvPr/>
        </p:nvSpPr>
        <p:spPr>
          <a:xfrm>
            <a:off x="-1" y="0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3F21F402-67BE-D78F-1F6C-266957379861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Fazit und Ausblick</a:t>
            </a:r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25EED2D-8B0F-C038-98D8-3F5A29683F85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0BD900-E9E3-B4F2-E3B4-CCEA7E2A1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Jakob Hasche, 15.01.2026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45EBFD2-6BEF-5193-2BA8-57761E28B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16</a:t>
            </a:fld>
            <a:endParaRPr lang="de-DE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7FB053A6-1E60-0301-D9E5-582DF97B9293}"/>
              </a:ext>
            </a:extLst>
          </p:cNvPr>
          <p:cNvCxnSpPr>
            <a:cxnSpLocks/>
          </p:cNvCxnSpPr>
          <p:nvPr/>
        </p:nvCxnSpPr>
        <p:spPr>
          <a:xfrm>
            <a:off x="6127768" y="1369543"/>
            <a:ext cx="0" cy="4634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0AE929C8-DA6A-6D62-45A9-FB0D325E5542}"/>
              </a:ext>
            </a:extLst>
          </p:cNvPr>
          <p:cNvSpPr txBox="1"/>
          <p:nvPr/>
        </p:nvSpPr>
        <p:spPr>
          <a:xfrm>
            <a:off x="357809" y="1583634"/>
            <a:ext cx="55129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Wi-Fi bietet Soft- bis Firm-Echtzeit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Ist nicht für harte Echtzeit geeignet (außer mit sehr hoher Periodenlänge)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QoS hat den größten Einflussfaktor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Frequenz hat vor allem bei durchschnittlichen Interferenzen größeren Einfluss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Bessere Ergebnisse mit steigender Wi-Fi Version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TCP vor allem im Durchschnitt niedrigere RTTs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5A029D7-7B62-B714-9F01-AAAC1849E7D0}"/>
              </a:ext>
            </a:extLst>
          </p:cNvPr>
          <p:cNvSpPr txBox="1"/>
          <p:nvPr/>
        </p:nvSpPr>
        <p:spPr>
          <a:xfrm>
            <a:off x="6263741" y="1344777"/>
            <a:ext cx="551290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Variationen mit deterministischen MAC-Verfahren (TDMA)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Eignung für Echtzeit steigt mit Wi-Fi Versionen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Wi-Fi 6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6GHz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OFDMA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Wi-Fi 7 (MLO)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Wi-Fi 8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Multi-AP-Koordination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Dynamic </a:t>
            </a:r>
            <a:r>
              <a:rPr lang="de-DE" dirty="0" err="1"/>
              <a:t>Bandwidth</a:t>
            </a:r>
            <a:r>
              <a:rPr lang="de-DE" dirty="0"/>
              <a:t> Expansion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Dynamic Sub-Channel Operation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de-DE" dirty="0"/>
              <a:t>AI/ML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156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67CCF-A057-53D6-4A08-924A38808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rechblase: rechteckig mit abgerundeten Ecken 3">
            <a:extLst>
              <a:ext uri="{FF2B5EF4-FFF2-40B4-BE49-F238E27FC236}">
                <a16:creationId xmlns:a16="http://schemas.microsoft.com/office/drawing/2014/main" id="{7BC1CC45-58F3-7625-13F7-9C1A12A01E3F}"/>
              </a:ext>
            </a:extLst>
          </p:cNvPr>
          <p:cNvSpPr/>
          <p:nvPr/>
        </p:nvSpPr>
        <p:spPr>
          <a:xfrm>
            <a:off x="536764" y="1512327"/>
            <a:ext cx="2714106" cy="2991597"/>
          </a:xfrm>
          <a:prstGeom prst="wedgeRoundRectCallout">
            <a:avLst>
              <a:gd name="adj1" fmla="val -23834"/>
              <a:gd name="adj2" fmla="val 63606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Benutzerdefiniertes </a:t>
            </a:r>
            <a:r>
              <a:rPr lang="de-DE" b="1" dirty="0" err="1">
                <a:solidFill>
                  <a:schemeClr val="tx1"/>
                </a:solidFill>
              </a:rPr>
              <a:t>Yocto</a:t>
            </a:r>
            <a:r>
              <a:rPr lang="de-DE" b="1" dirty="0">
                <a:solidFill>
                  <a:schemeClr val="tx1"/>
                </a:solidFill>
              </a:rPr>
              <a:t> RT-Linux</a:t>
            </a:r>
          </a:p>
        </p:txBody>
      </p:sp>
      <p:sp>
        <p:nvSpPr>
          <p:cNvPr id="18" name="Gleichschenkliges Dreieck 17">
            <a:extLst>
              <a:ext uri="{FF2B5EF4-FFF2-40B4-BE49-F238E27FC236}">
                <a16:creationId xmlns:a16="http://schemas.microsoft.com/office/drawing/2014/main" id="{416353C5-B240-7002-55BE-930444C389A4}"/>
              </a:ext>
            </a:extLst>
          </p:cNvPr>
          <p:cNvSpPr/>
          <p:nvPr/>
        </p:nvSpPr>
        <p:spPr>
          <a:xfrm rot="16200000">
            <a:off x="1488074" y="3132146"/>
            <a:ext cx="776195" cy="686873"/>
          </a:xfrm>
          <a:prstGeom prst="triangle">
            <a:avLst>
              <a:gd name="adj" fmla="val 50000"/>
            </a:avLst>
          </a:prstGeom>
          <a:gradFill>
            <a:gsLst>
              <a:gs pos="12000">
                <a:srgbClr val="517544"/>
              </a:gs>
              <a:gs pos="100000">
                <a:srgbClr val="15608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070E579C-BEA7-49AE-529F-32B9B25FFA74}"/>
              </a:ext>
            </a:extLst>
          </p:cNvPr>
          <p:cNvSpPr/>
          <p:nvPr/>
        </p:nvSpPr>
        <p:spPr>
          <a:xfrm>
            <a:off x="2173777" y="2942295"/>
            <a:ext cx="916677" cy="843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 sz="1400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66FB0596-CBF7-1D99-2AD7-E72E93C9FC8E}"/>
              </a:ext>
            </a:extLst>
          </p:cNvPr>
          <p:cNvSpPr/>
          <p:nvPr/>
        </p:nvSpPr>
        <p:spPr>
          <a:xfrm>
            <a:off x="2101307" y="3002088"/>
            <a:ext cx="916677" cy="843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 sz="14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ED0CE73-D633-AB9D-3C05-6753922F3D14}"/>
              </a:ext>
            </a:extLst>
          </p:cNvPr>
          <p:cNvSpPr/>
          <p:nvPr/>
        </p:nvSpPr>
        <p:spPr>
          <a:xfrm>
            <a:off x="-1" y="0"/>
            <a:ext cx="12213672" cy="93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9974C6DD-55FE-7E49-2084-64C658798669}"/>
              </a:ext>
            </a:extLst>
          </p:cNvPr>
          <p:cNvSpPr txBox="1">
            <a:spLocks/>
          </p:cNvSpPr>
          <p:nvPr/>
        </p:nvSpPr>
        <p:spPr>
          <a:xfrm>
            <a:off x="227614" y="157911"/>
            <a:ext cx="10515600" cy="762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Demo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C689530-D64B-042E-2889-6A2006286FB0}"/>
              </a:ext>
            </a:extLst>
          </p:cNvPr>
          <p:cNvSpPr txBox="1"/>
          <p:nvPr/>
        </p:nvSpPr>
        <p:spPr>
          <a:xfrm>
            <a:off x="7443584" y="6166388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900" dirty="0">
              <a:solidFill>
                <a:schemeClr val="tx2">
                  <a:lumMod val="5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de-DE" sz="800" dirty="0"/>
          </a:p>
          <a:p>
            <a:endParaRPr lang="de-DE" sz="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909A41-E52F-F07A-1BCA-82884D22B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48" y="4721502"/>
            <a:ext cx="2714106" cy="1063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834D4FF-4B51-624E-A91D-DBF89553B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207" y="4721502"/>
            <a:ext cx="2714108" cy="1063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prechblase: rechteckig mit abgerundeten Ecken 4">
            <a:extLst>
              <a:ext uri="{FF2B5EF4-FFF2-40B4-BE49-F238E27FC236}">
                <a16:creationId xmlns:a16="http://schemas.microsoft.com/office/drawing/2014/main" id="{39DB2A8E-3A99-2147-38A4-E76505DC4BE9}"/>
              </a:ext>
            </a:extLst>
          </p:cNvPr>
          <p:cNvSpPr/>
          <p:nvPr/>
        </p:nvSpPr>
        <p:spPr>
          <a:xfrm>
            <a:off x="4869659" y="1506290"/>
            <a:ext cx="2714106" cy="2991596"/>
          </a:xfrm>
          <a:prstGeom prst="wedgeRoundRectCallout">
            <a:avLst>
              <a:gd name="adj1" fmla="val 18261"/>
              <a:gd name="adj2" fmla="val 66235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Benutzerdefiniertes </a:t>
            </a:r>
            <a:r>
              <a:rPr lang="de-DE" b="1" dirty="0" err="1">
                <a:solidFill>
                  <a:schemeClr val="tx1"/>
                </a:solidFill>
              </a:rPr>
              <a:t>Yocto</a:t>
            </a:r>
            <a:r>
              <a:rPr lang="de-DE" b="1" dirty="0">
                <a:solidFill>
                  <a:schemeClr val="tx1"/>
                </a:solidFill>
              </a:rPr>
              <a:t> RT-Linux</a:t>
            </a:r>
          </a:p>
          <a:p>
            <a:pPr algn="ctr"/>
            <a:endParaRPr lang="de-DE" dirty="0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73B7D36-BC0E-D3C6-CF9F-3593F698FE2E}"/>
              </a:ext>
            </a:extLst>
          </p:cNvPr>
          <p:cNvSpPr/>
          <p:nvPr/>
        </p:nvSpPr>
        <p:spPr>
          <a:xfrm>
            <a:off x="696476" y="2621653"/>
            <a:ext cx="1025144" cy="1677325"/>
          </a:xfrm>
          <a:prstGeom prst="roundRect">
            <a:avLst/>
          </a:prstGeom>
          <a:solidFill>
            <a:srgbClr val="5175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400" dirty="0"/>
              <a:t>Server Test Suite</a:t>
            </a:r>
          </a:p>
        </p:txBody>
      </p:sp>
      <p:pic>
        <p:nvPicPr>
          <p:cNvPr id="1034" name="Picture 10" descr="Logo device only">
            <a:extLst>
              <a:ext uri="{FF2B5EF4-FFF2-40B4-BE49-F238E27FC236}">
                <a16:creationId xmlns:a16="http://schemas.microsoft.com/office/drawing/2014/main" id="{A3BB76E9-BF29-7D27-04FC-9B7B84289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8" y="3392301"/>
            <a:ext cx="634716" cy="76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E8418427-B67C-4EE4-D7CB-BD97802844C3}"/>
              </a:ext>
            </a:extLst>
          </p:cNvPr>
          <p:cNvSpPr/>
          <p:nvPr/>
        </p:nvSpPr>
        <p:spPr>
          <a:xfrm>
            <a:off x="2028837" y="3079984"/>
            <a:ext cx="916677" cy="843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400" dirty="0"/>
              <a:t>Test Run</a:t>
            </a:r>
          </a:p>
        </p:txBody>
      </p:sp>
      <p:sp>
        <p:nvSpPr>
          <p:cNvPr id="19" name="Gleichschenkliges Dreieck 18">
            <a:extLst>
              <a:ext uri="{FF2B5EF4-FFF2-40B4-BE49-F238E27FC236}">
                <a16:creationId xmlns:a16="http://schemas.microsoft.com/office/drawing/2014/main" id="{B0A96779-90A5-E6B2-8B9A-B3A8568AB52F}"/>
              </a:ext>
            </a:extLst>
          </p:cNvPr>
          <p:cNvSpPr/>
          <p:nvPr/>
        </p:nvSpPr>
        <p:spPr>
          <a:xfrm rot="5400000">
            <a:off x="5939317" y="3032036"/>
            <a:ext cx="776195" cy="686873"/>
          </a:xfrm>
          <a:prstGeom prst="triangle">
            <a:avLst>
              <a:gd name="adj" fmla="val 50000"/>
            </a:avLst>
          </a:prstGeom>
          <a:gradFill>
            <a:gsLst>
              <a:gs pos="12000">
                <a:srgbClr val="517544"/>
              </a:gs>
              <a:gs pos="100000">
                <a:srgbClr val="15608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EC3C372F-C4CD-FADA-A254-D15727D25C1C}"/>
              </a:ext>
            </a:extLst>
          </p:cNvPr>
          <p:cNvSpPr/>
          <p:nvPr/>
        </p:nvSpPr>
        <p:spPr>
          <a:xfrm>
            <a:off x="5165472" y="2942295"/>
            <a:ext cx="916677" cy="843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 sz="1400" dirty="0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EE184BFA-FC6B-A2F6-9F21-C7E0F25177A8}"/>
              </a:ext>
            </a:extLst>
          </p:cNvPr>
          <p:cNvSpPr/>
          <p:nvPr/>
        </p:nvSpPr>
        <p:spPr>
          <a:xfrm>
            <a:off x="5093002" y="3002088"/>
            <a:ext cx="916677" cy="843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 sz="1400" dirty="0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69056347-18A9-384B-4B33-B5828AC115E3}"/>
              </a:ext>
            </a:extLst>
          </p:cNvPr>
          <p:cNvSpPr/>
          <p:nvPr/>
        </p:nvSpPr>
        <p:spPr>
          <a:xfrm>
            <a:off x="6401275" y="2553638"/>
            <a:ext cx="1025144" cy="1677325"/>
          </a:xfrm>
          <a:prstGeom prst="roundRect">
            <a:avLst/>
          </a:prstGeom>
          <a:solidFill>
            <a:srgbClr val="5175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400" dirty="0"/>
              <a:t>Client Test Suite</a:t>
            </a:r>
          </a:p>
        </p:txBody>
      </p:sp>
      <p:pic>
        <p:nvPicPr>
          <p:cNvPr id="23" name="Picture 10" descr="Logo device only">
            <a:extLst>
              <a:ext uri="{FF2B5EF4-FFF2-40B4-BE49-F238E27FC236}">
                <a16:creationId xmlns:a16="http://schemas.microsoft.com/office/drawing/2014/main" id="{59472177-6406-A187-A01A-93BCA0478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881" y="3148461"/>
            <a:ext cx="634716" cy="76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09AC213D-2F0C-7657-11F4-0F4667A46B49}"/>
              </a:ext>
            </a:extLst>
          </p:cNvPr>
          <p:cNvSpPr/>
          <p:nvPr/>
        </p:nvSpPr>
        <p:spPr>
          <a:xfrm>
            <a:off x="5020532" y="3079984"/>
            <a:ext cx="916677" cy="843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400" dirty="0"/>
              <a:t>Test Run</a:t>
            </a:r>
          </a:p>
        </p:txBody>
      </p:sp>
      <p:pic>
        <p:nvPicPr>
          <p:cNvPr id="1040" name="Picture 16" descr="Download HD Zahnräder-01 - Zahnrad Icon Weiss Png Transparent PNG Image -  NicePNG.com">
            <a:extLst>
              <a:ext uri="{FF2B5EF4-FFF2-40B4-BE49-F238E27FC236}">
                <a16:creationId xmlns:a16="http://schemas.microsoft.com/office/drawing/2014/main" id="{E2538F31-35E0-0F37-C9BF-7C3A45643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505" y="3422661"/>
            <a:ext cx="384305" cy="408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6" descr="Download HD Zahnräder-01 - Zahnrad Icon Weiss Png Transparent PNG Image -  NicePNG.com">
            <a:extLst>
              <a:ext uri="{FF2B5EF4-FFF2-40B4-BE49-F238E27FC236}">
                <a16:creationId xmlns:a16="http://schemas.microsoft.com/office/drawing/2014/main" id="{E58E0D45-079E-6A9F-3EEB-EDF45AD48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377" y="3416318"/>
            <a:ext cx="384305" cy="408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7CE19189-955D-A54F-1CA4-7088A332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Jakob Hasche, 15.01.2026</a:t>
            </a:r>
          </a:p>
        </p:txBody>
      </p:sp>
      <p:sp>
        <p:nvSpPr>
          <p:cNvPr id="34" name="Foliennummernplatzhalter 33">
            <a:extLst>
              <a:ext uri="{FF2B5EF4-FFF2-40B4-BE49-F238E27FC236}">
                <a16:creationId xmlns:a16="http://schemas.microsoft.com/office/drawing/2014/main" id="{25C63F1C-DE8B-E40D-54A1-11E12C8D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B90E9-2E05-42A5-97D0-47E98F709975}" type="slidenum">
              <a:rPr lang="de-DE" smtClean="0"/>
              <a:t>17</a:t>
            </a:fld>
            <a:endParaRPr lang="de-DE"/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1ED2E1E1-29A8-F657-70FE-394B48BA120D}"/>
              </a:ext>
            </a:extLst>
          </p:cNvPr>
          <p:cNvGrpSpPr/>
          <p:nvPr/>
        </p:nvGrpSpPr>
        <p:grpSpPr>
          <a:xfrm>
            <a:off x="9452068" y="2883959"/>
            <a:ext cx="1881544" cy="1881544"/>
            <a:chOff x="8941132" y="3960322"/>
            <a:chExt cx="1881544" cy="1881544"/>
          </a:xfrm>
        </p:grpSpPr>
        <p:pic>
          <p:nvPicPr>
            <p:cNvPr id="12" name="Grafik 11" descr="Laptop mit einfarbiger Füllung">
              <a:extLst>
                <a:ext uri="{FF2B5EF4-FFF2-40B4-BE49-F238E27FC236}">
                  <a16:creationId xmlns:a16="http://schemas.microsoft.com/office/drawing/2014/main" id="{7CB55F92-5E4E-CE35-2404-FCFD686AA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941132" y="3960322"/>
              <a:ext cx="1881544" cy="1881544"/>
            </a:xfrm>
            <a:prstGeom prst="rect">
              <a:avLst/>
            </a:prstGeom>
          </p:spPr>
        </p:pic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2819AD73-05D4-5B54-9718-599E12C973E6}"/>
                </a:ext>
              </a:extLst>
            </p:cNvPr>
            <p:cNvSpPr/>
            <p:nvPr/>
          </p:nvSpPr>
          <p:spPr>
            <a:xfrm>
              <a:off x="9989739" y="4620142"/>
              <a:ext cx="333756" cy="365125"/>
            </a:xfrm>
            <a:prstGeom prst="ellipse">
              <a:avLst/>
            </a:prstGeom>
            <a:noFill/>
            <a:ln w="2857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5" name="Grafik 24" descr="Statistiken Silhouette">
              <a:extLst>
                <a:ext uri="{FF2B5EF4-FFF2-40B4-BE49-F238E27FC236}">
                  <a16:creationId xmlns:a16="http://schemas.microsoft.com/office/drawing/2014/main" id="{3C07B053-6AC1-CF5B-04CB-4F94575E9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316324" y="4495730"/>
              <a:ext cx="627695" cy="627695"/>
            </a:xfrm>
            <a:prstGeom prst="rect">
              <a:avLst/>
            </a:prstGeom>
          </p:spPr>
        </p:pic>
      </p:grp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319866C-FB78-F914-CFB7-DA299B705817}"/>
              </a:ext>
            </a:extLst>
          </p:cNvPr>
          <p:cNvCxnSpPr>
            <a:cxnSpLocks/>
          </p:cNvCxnSpPr>
          <p:nvPr/>
        </p:nvCxnSpPr>
        <p:spPr>
          <a:xfrm>
            <a:off x="3250870" y="2621280"/>
            <a:ext cx="161878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D3C7A2B2-4D54-CC9E-7040-DCD62DCB5F2C}"/>
              </a:ext>
            </a:extLst>
          </p:cNvPr>
          <p:cNvCxnSpPr>
            <a:cxnSpLocks/>
          </p:cNvCxnSpPr>
          <p:nvPr/>
        </p:nvCxnSpPr>
        <p:spPr>
          <a:xfrm flipH="1">
            <a:off x="3250870" y="2773680"/>
            <a:ext cx="161878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1D3F22BE-9E10-71E6-B9A5-955E5F0B43FF}"/>
              </a:ext>
            </a:extLst>
          </p:cNvPr>
          <p:cNvCxnSpPr>
            <a:cxnSpLocks/>
          </p:cNvCxnSpPr>
          <p:nvPr/>
        </p:nvCxnSpPr>
        <p:spPr>
          <a:xfrm>
            <a:off x="3250870" y="3327400"/>
            <a:ext cx="1618789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675907BC-CD82-7D1E-F43F-DF245E35AA35}"/>
              </a:ext>
            </a:extLst>
          </p:cNvPr>
          <p:cNvCxnSpPr>
            <a:cxnSpLocks/>
          </p:cNvCxnSpPr>
          <p:nvPr/>
        </p:nvCxnSpPr>
        <p:spPr>
          <a:xfrm flipH="1">
            <a:off x="3250870" y="3479800"/>
            <a:ext cx="1618789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2E2AC434-1635-6767-EBA6-3E7BBD29D1B4}"/>
              </a:ext>
            </a:extLst>
          </p:cNvPr>
          <p:cNvSpPr txBox="1"/>
          <p:nvPr/>
        </p:nvSpPr>
        <p:spPr>
          <a:xfrm>
            <a:off x="3546365" y="2271011"/>
            <a:ext cx="1091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RT-Traffic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BA40BA6E-0A63-015B-C486-3868F39AD5F4}"/>
              </a:ext>
            </a:extLst>
          </p:cNvPr>
          <p:cNvSpPr txBox="1"/>
          <p:nvPr/>
        </p:nvSpPr>
        <p:spPr>
          <a:xfrm>
            <a:off x="3430218" y="2987375"/>
            <a:ext cx="1313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Iperf</a:t>
            </a:r>
            <a:r>
              <a:rPr lang="de-DE" dirty="0"/>
              <a:t>-Traffic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F85B9FE9-AE84-761A-E372-02F52A65EE3B}"/>
              </a:ext>
            </a:extLst>
          </p:cNvPr>
          <p:cNvSpPr txBox="1"/>
          <p:nvPr/>
        </p:nvSpPr>
        <p:spPr>
          <a:xfrm>
            <a:off x="1211369" y="5785432"/>
            <a:ext cx="817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Server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ED00A73-F65B-12BC-A116-015BBAEA53B8}"/>
              </a:ext>
            </a:extLst>
          </p:cNvPr>
          <p:cNvSpPr txBox="1"/>
          <p:nvPr/>
        </p:nvSpPr>
        <p:spPr>
          <a:xfrm>
            <a:off x="5872348" y="5776004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Client</a:t>
            </a:r>
          </a:p>
        </p:txBody>
      </p:sp>
      <p:sp>
        <p:nvSpPr>
          <p:cNvPr id="46" name="Pfeil: nach rechts 45">
            <a:extLst>
              <a:ext uri="{FF2B5EF4-FFF2-40B4-BE49-F238E27FC236}">
                <a16:creationId xmlns:a16="http://schemas.microsoft.com/office/drawing/2014/main" id="{8462143B-1905-1CE8-E3FD-E12483E90C30}"/>
              </a:ext>
            </a:extLst>
          </p:cNvPr>
          <p:cNvSpPr/>
          <p:nvPr/>
        </p:nvSpPr>
        <p:spPr>
          <a:xfrm>
            <a:off x="8152213" y="353459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3798D45C-1FD1-348F-D58B-275D2F12953D}"/>
              </a:ext>
            </a:extLst>
          </p:cNvPr>
          <p:cNvSpPr txBox="1"/>
          <p:nvPr/>
        </p:nvSpPr>
        <p:spPr>
          <a:xfrm>
            <a:off x="9720339" y="4406794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Visualisierung</a:t>
            </a:r>
          </a:p>
        </p:txBody>
      </p:sp>
    </p:spTree>
    <p:extLst>
      <p:ext uri="{BB962C8B-B14F-4D97-AF65-F5344CB8AC3E}">
        <p14:creationId xmlns:p14="http://schemas.microsoft.com/office/powerpoint/2010/main" val="415410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17" grpId="0" animBg="1"/>
      <p:bldP spid="16" grpId="0" animBg="1"/>
      <p:bldP spid="5" grpId="0" animBg="1"/>
      <p:bldP spid="8" grpId="0" animBg="1"/>
      <p:bldP spid="10" grpId="0" animBg="1"/>
      <p:bldP spid="19" grpId="0" animBg="1"/>
      <p:bldP spid="20" grpId="0" animBg="1"/>
      <p:bldP spid="21" grpId="0" animBg="1"/>
      <p:bldP spid="22" grpId="0" animBg="1"/>
      <p:bldP spid="24" grpId="0" animBg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872</Words>
  <Application>Microsoft Office PowerPoint</Application>
  <PresentationFormat>Breitbild</PresentationFormat>
  <Paragraphs>327</Paragraphs>
  <Slides>17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Symbol</vt:lpstr>
      <vt:lpstr>Wingdings</vt:lpstr>
      <vt:lpstr>Office</vt:lpstr>
      <vt:lpstr>Präsentation der Masterarbeit Jakob Hasche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Hasche, Jakob</dc:creator>
  <cp:lastModifiedBy>Hasche, Jakob</cp:lastModifiedBy>
  <cp:revision>48</cp:revision>
  <dcterms:created xsi:type="dcterms:W3CDTF">2025-12-29T09:02:49Z</dcterms:created>
  <dcterms:modified xsi:type="dcterms:W3CDTF">2026-01-15T10:12:09Z</dcterms:modified>
</cp:coreProperties>
</file>